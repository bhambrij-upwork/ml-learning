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 id="2147483684" r:id="rId3"/>
  </p:sldMasterIdLst>
  <p:notesMasterIdLst>
    <p:notesMasterId r:id="rId5"/>
  </p:notesMasterIdLst>
  <p:handoutMasterIdLst>
    <p:handoutMasterId r:id="rId6"/>
  </p:handoutMasterIdLst>
  <p:sldIdLst>
    <p:sldId id="490" r:id="rId4"/>
  </p:sldIdLst>
  <p:sldSz cx="12192000" cy="6858000"/>
  <p:notesSz cx="6858000" cy="9144000"/>
  <p:defaultTextStyle>
    <a:defPPr>
      <a:defRPr lang="en-US"/>
    </a:defPPr>
    <a:lvl1pPr marL="0" algn="l" defTabSz="914286" rtl="0" eaLnBrk="1" latinLnBrk="0" hangingPunct="1">
      <a:defRPr sz="1800" kern="1200">
        <a:solidFill>
          <a:schemeClr val="tx1"/>
        </a:solidFill>
        <a:latin typeface="+mn-lt"/>
        <a:ea typeface="+mn-ea"/>
        <a:cs typeface="+mn-cs"/>
      </a:defRPr>
    </a:lvl1pPr>
    <a:lvl2pPr marL="457144"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29" algn="l" defTabSz="914286" rtl="0" eaLnBrk="1" latinLnBrk="0" hangingPunct="1">
      <a:defRPr sz="1800" kern="1200">
        <a:solidFill>
          <a:schemeClr val="tx1"/>
        </a:solidFill>
        <a:latin typeface="+mn-lt"/>
        <a:ea typeface="+mn-ea"/>
        <a:cs typeface="+mn-cs"/>
      </a:defRPr>
    </a:lvl4pPr>
    <a:lvl5pPr marL="1828571" algn="l" defTabSz="914286" rtl="0" eaLnBrk="1" latinLnBrk="0" hangingPunct="1">
      <a:defRPr sz="1800" kern="1200">
        <a:solidFill>
          <a:schemeClr val="tx1"/>
        </a:solidFill>
        <a:latin typeface="+mn-lt"/>
        <a:ea typeface="+mn-ea"/>
        <a:cs typeface="+mn-cs"/>
      </a:defRPr>
    </a:lvl5pPr>
    <a:lvl6pPr marL="2285715" algn="l" defTabSz="914286" rtl="0" eaLnBrk="1" latinLnBrk="0" hangingPunct="1">
      <a:defRPr sz="1800" kern="1200">
        <a:solidFill>
          <a:schemeClr val="tx1"/>
        </a:solidFill>
        <a:latin typeface="+mn-lt"/>
        <a:ea typeface="+mn-ea"/>
        <a:cs typeface="+mn-cs"/>
      </a:defRPr>
    </a:lvl6pPr>
    <a:lvl7pPr marL="2742857"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4" algn="l" defTabSz="91428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F596B8-8326-BC42-5653-89CC4CD79DC9}" v="1086" dt="2020-10-06T11:12:07.792"/>
    <p1510:client id="{2C10DA7D-9BB7-6273-C7C0-DF4C1B0EB106}" v="9" dt="2020-11-10T11:10:46.036"/>
    <p1510:client id="{57F9D415-9463-A0E5-7649-D77ACF2CFBD8}" v="12" dt="2020-11-26T06:29:21.408"/>
    <p1510:client id="{B1861FFF-2180-A9A0-349B-9078701F9315}" v="65" dt="2020-10-08T02:14:02.202"/>
    <p1510:client id="{D0FAC6DA-E738-5C2B-7479-9E5B7E194AD0}" v="1" dt="2020-10-06T05:21:24.048"/>
    <p1510:client id="{F8C02B55-CFC8-5264-3512-F71D36A96866}" v="7" dt="2020-10-09T01:20:46.058"/>
  </p1510:revLst>
</p1510:revInfo>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4660"/>
  </p:normalViewPr>
  <p:slideViewPr>
    <p:cSldViewPr snapToGrid="0">
      <p:cViewPr varScale="1">
        <p:scale>
          <a:sx n="80" d="100"/>
          <a:sy n="80" d="100"/>
        </p:scale>
        <p:origin x="354" y="78"/>
      </p:cViewPr>
      <p:guideLst>
        <p:guide orient="horz" pos="2256"/>
        <p:guide pos="3840"/>
      </p:guideLst>
    </p:cSldViewPr>
  </p:slideViewPr>
  <p:notesTextViewPr>
    <p:cViewPr>
      <p:scale>
        <a:sx n="1" d="1"/>
        <a:sy n="1" d="1"/>
      </p:scale>
      <p:origin x="0" y="0"/>
    </p:cViewPr>
  </p:notesTextViewPr>
  <p:sorterViewPr>
    <p:cViewPr>
      <p:scale>
        <a:sx n="100" d="100"/>
        <a:sy n="100" d="100"/>
      </p:scale>
      <p:origin x="0" y="-1032"/>
    </p:cViewPr>
  </p:sorterViewPr>
  <p:notesViewPr>
    <p:cSldViewPr snapToGrid="0" showGuides="1">
      <p:cViewPr varScale="1">
        <p:scale>
          <a:sx n="83" d="100"/>
          <a:sy n="83" d="100"/>
        </p:scale>
        <p:origin x="5040"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microsoft.com/office/2016/11/relationships/changesInfo" Target="changesInfos/changesInfo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esh P" userId="S::c-jayesh.p@timesgroup.com::70e0ed4d-310b-4f65-aec7-a756728ca672" providerId="AD" clId="Web-{B1861FFF-2180-A9A0-349B-9078701F9315}"/>
    <pc:docChg chg="modSld">
      <pc:chgData name="Jayesh P" userId="S::c-jayesh.p@timesgroup.com::70e0ed4d-310b-4f65-aec7-a756728ca672" providerId="AD" clId="Web-{B1861FFF-2180-A9A0-349B-9078701F9315}" dt="2020-10-08T02:14:02.202" v="64" actId="20577"/>
      <pc:docMkLst>
        <pc:docMk/>
      </pc:docMkLst>
      <pc:sldChg chg="delSp modSp">
        <pc:chgData name="Jayesh P" userId="S::c-jayesh.p@timesgroup.com::70e0ed4d-310b-4f65-aec7-a756728ca672" providerId="AD" clId="Web-{B1861FFF-2180-A9A0-349B-9078701F9315}" dt="2020-10-08T02:12:48.668" v="62" actId="20577"/>
        <pc:sldMkLst>
          <pc:docMk/>
          <pc:sldMk cId="1482351112" sldId="498"/>
        </pc:sldMkLst>
        <pc:spChg chg="mod">
          <ac:chgData name="Jayesh P" userId="S::c-jayesh.p@timesgroup.com::70e0ed4d-310b-4f65-aec7-a756728ca672" providerId="AD" clId="Web-{B1861FFF-2180-A9A0-349B-9078701F9315}" dt="2020-10-08T02:12:41.746" v="59" actId="20577"/>
          <ac:spMkLst>
            <pc:docMk/>
            <pc:sldMk cId="1482351112" sldId="498"/>
            <ac:spMk id="2" creationId="{BB4A6373-226E-4C31-88F8-285C5547286D}"/>
          </ac:spMkLst>
        </pc:spChg>
        <pc:spChg chg="mod">
          <ac:chgData name="Jayesh P" userId="S::c-jayesh.p@timesgroup.com::70e0ed4d-310b-4f65-aec7-a756728ca672" providerId="AD" clId="Web-{B1861FFF-2180-A9A0-349B-9078701F9315}" dt="2020-10-08T02:08:33.596" v="5" actId="20577"/>
          <ac:spMkLst>
            <pc:docMk/>
            <pc:sldMk cId="1482351112" sldId="498"/>
            <ac:spMk id="4" creationId="{9E3783D5-F9DC-46B8-8400-1E6983BCBC14}"/>
          </ac:spMkLst>
        </pc:spChg>
        <pc:spChg chg="mod">
          <ac:chgData name="Jayesh P" userId="S::c-jayesh.p@timesgroup.com::70e0ed4d-310b-4f65-aec7-a756728ca672" providerId="AD" clId="Web-{B1861FFF-2180-A9A0-349B-9078701F9315}" dt="2020-10-08T02:12:48.668" v="62" actId="20577"/>
          <ac:spMkLst>
            <pc:docMk/>
            <pc:sldMk cId="1482351112" sldId="498"/>
            <ac:spMk id="5" creationId="{9A9F7EB7-6547-4FA1-BD54-C415D1C34C44}"/>
          </ac:spMkLst>
        </pc:spChg>
        <pc:spChg chg="del">
          <ac:chgData name="Jayesh P" userId="S::c-jayesh.p@timesgroup.com::70e0ed4d-310b-4f65-aec7-a756728ca672" providerId="AD" clId="Web-{B1861FFF-2180-A9A0-349B-9078701F9315}" dt="2020-10-08T02:08:53.769" v="11"/>
          <ac:spMkLst>
            <pc:docMk/>
            <pc:sldMk cId="1482351112" sldId="498"/>
            <ac:spMk id="9" creationId="{F10CEAA3-F5D4-4EA7-87E1-4FFEFB63412A}"/>
          </ac:spMkLst>
        </pc:spChg>
        <pc:picChg chg="del">
          <ac:chgData name="Jayesh P" userId="S::c-jayesh.p@timesgroup.com::70e0ed4d-310b-4f65-aec7-a756728ca672" providerId="AD" clId="Web-{B1861FFF-2180-A9A0-349B-9078701F9315}" dt="2020-10-08T02:08:46.394" v="10"/>
          <ac:picMkLst>
            <pc:docMk/>
            <pc:sldMk cId="1482351112" sldId="498"/>
            <ac:picMk id="3" creationId="{C48EFB66-CEA8-4A58-B0C7-52C849E06003}"/>
          </ac:picMkLst>
        </pc:picChg>
        <pc:picChg chg="del">
          <ac:chgData name="Jayesh P" userId="S::c-jayesh.p@timesgroup.com::70e0ed4d-310b-4f65-aec7-a756728ca672" providerId="AD" clId="Web-{B1861FFF-2180-A9A0-349B-9078701F9315}" dt="2020-10-08T02:08:44.065" v="9"/>
          <ac:picMkLst>
            <pc:docMk/>
            <pc:sldMk cId="1482351112" sldId="498"/>
            <ac:picMk id="6" creationId="{9249D882-999E-49B5-A850-88B848EFF7C1}"/>
          </ac:picMkLst>
        </pc:picChg>
        <pc:picChg chg="del">
          <ac:chgData name="Jayesh P" userId="S::c-jayesh.p@timesgroup.com::70e0ed4d-310b-4f65-aec7-a756728ca672" providerId="AD" clId="Web-{B1861FFF-2180-A9A0-349B-9078701F9315}" dt="2020-10-08T02:08:41.909" v="8"/>
          <ac:picMkLst>
            <pc:docMk/>
            <pc:sldMk cId="1482351112" sldId="498"/>
            <ac:picMk id="7" creationId="{1D7F9BE1-E8B7-44FD-A419-68ACE006B2A4}"/>
          </ac:picMkLst>
        </pc:picChg>
        <pc:picChg chg="del">
          <ac:chgData name="Jayesh P" userId="S::c-jayesh.p@timesgroup.com::70e0ed4d-310b-4f65-aec7-a756728ca672" providerId="AD" clId="Web-{B1861FFF-2180-A9A0-349B-9078701F9315}" dt="2020-10-08T02:08:39.081" v="7"/>
          <ac:picMkLst>
            <pc:docMk/>
            <pc:sldMk cId="1482351112" sldId="498"/>
            <ac:picMk id="8" creationId="{2FC4E888-2CD9-40DC-BE1F-57E39FA7986F}"/>
          </ac:picMkLst>
        </pc:picChg>
      </pc:sldChg>
    </pc:docChg>
  </pc:docChgLst>
  <pc:docChgLst>
    <pc:chgData name="Jayesh P" userId="S::c-jayesh.p@timesgroup.com::70e0ed4d-310b-4f65-aec7-a756728ca672" providerId="AD" clId="Web-{57F9D415-9463-A0E5-7649-D77ACF2CFBD8}"/>
    <pc:docChg chg="modSld">
      <pc:chgData name="Jayesh P" userId="S::c-jayesh.p@timesgroup.com::70e0ed4d-310b-4f65-aec7-a756728ca672" providerId="AD" clId="Web-{57F9D415-9463-A0E5-7649-D77ACF2CFBD8}" dt="2020-11-26T06:29:21.408" v="11" actId="20577"/>
      <pc:docMkLst>
        <pc:docMk/>
      </pc:docMkLst>
      <pc:sldChg chg="modSp">
        <pc:chgData name="Jayesh P" userId="S::c-jayesh.p@timesgroup.com::70e0ed4d-310b-4f65-aec7-a756728ca672" providerId="AD" clId="Web-{57F9D415-9463-A0E5-7649-D77ACF2CFBD8}" dt="2020-11-26T06:29:21.408" v="10" actId="20577"/>
        <pc:sldMkLst>
          <pc:docMk/>
          <pc:sldMk cId="680230685" sldId="490"/>
        </pc:sldMkLst>
        <pc:spChg chg="mod">
          <ac:chgData name="Jayesh P" userId="S::c-jayesh.p@timesgroup.com::70e0ed4d-310b-4f65-aec7-a756728ca672" providerId="AD" clId="Web-{57F9D415-9463-A0E5-7649-D77ACF2CFBD8}" dt="2020-11-26T06:29:21.408" v="10" actId="20577"/>
          <ac:spMkLst>
            <pc:docMk/>
            <pc:sldMk cId="680230685" sldId="490"/>
            <ac:spMk id="5" creationId="{9A9F7EB7-6547-4FA1-BD54-C415D1C34C44}"/>
          </ac:spMkLst>
        </pc:spChg>
      </pc:sldChg>
    </pc:docChg>
  </pc:docChgLst>
  <pc:docChgLst>
    <pc:chgData clId="Web-{2C10DA7D-9BB7-6273-C7C0-DF4C1B0EB106}"/>
    <pc:docChg chg="modSld">
      <pc:chgData name="" userId="" providerId="" clId="Web-{2C10DA7D-9BB7-6273-C7C0-DF4C1B0EB106}" dt="2020-11-10T11:10:18.052" v="1" actId="20577"/>
      <pc:docMkLst>
        <pc:docMk/>
      </pc:docMkLst>
      <pc:sldChg chg="modSp">
        <pc:chgData name="" userId="" providerId="" clId="Web-{2C10DA7D-9BB7-6273-C7C0-DF4C1B0EB106}" dt="2020-11-10T11:10:18.052" v="1" actId="20577"/>
        <pc:sldMkLst>
          <pc:docMk/>
          <pc:sldMk cId="680230685" sldId="490"/>
        </pc:sldMkLst>
        <pc:spChg chg="mod">
          <ac:chgData name="" userId="" providerId="" clId="Web-{2C10DA7D-9BB7-6273-C7C0-DF4C1B0EB106}" dt="2020-11-10T11:10:18.052" v="1" actId="20577"/>
          <ac:spMkLst>
            <pc:docMk/>
            <pc:sldMk cId="680230685" sldId="490"/>
            <ac:spMk id="5" creationId="{9A9F7EB7-6547-4FA1-BD54-C415D1C34C44}"/>
          </ac:spMkLst>
        </pc:spChg>
      </pc:sldChg>
    </pc:docChg>
  </pc:docChgLst>
  <pc:docChgLst>
    <pc:chgData name="Jayesh P" userId="S::c-jayesh.p@timesgroup.com::70e0ed4d-310b-4f65-aec7-a756728ca672" providerId="AD" clId="Web-{25F596B8-8326-BC42-5653-89CC4CD79DC9}"/>
    <pc:docChg chg="addSld delSld modSld sldOrd">
      <pc:chgData name="Jayesh P" userId="S::c-jayesh.p@timesgroup.com::70e0ed4d-310b-4f65-aec7-a756728ca672" providerId="AD" clId="Web-{25F596B8-8326-BC42-5653-89CC4CD79DC9}" dt="2020-10-06T11:12:07.277" v="1055" actId="20577"/>
      <pc:docMkLst>
        <pc:docMk/>
      </pc:docMkLst>
      <pc:sldChg chg="ord">
        <pc:chgData name="Jayesh P" userId="S::c-jayesh.p@timesgroup.com::70e0ed4d-310b-4f65-aec7-a756728ca672" providerId="AD" clId="Web-{25F596B8-8326-BC42-5653-89CC4CD79DC9}" dt="2020-10-06T10:06:10.998" v="91"/>
        <pc:sldMkLst>
          <pc:docMk/>
          <pc:sldMk cId="2026831771" sldId="473"/>
        </pc:sldMkLst>
      </pc:sldChg>
      <pc:sldChg chg="addSp delSp modSp new">
        <pc:chgData name="Jayesh P" userId="S::c-jayesh.p@timesgroup.com::70e0ed4d-310b-4f65-aec7-a756728ca672" providerId="AD" clId="Web-{25F596B8-8326-BC42-5653-89CC4CD79DC9}" dt="2020-10-06T10:07:44.232" v="109" actId="20577"/>
        <pc:sldMkLst>
          <pc:docMk/>
          <pc:sldMk cId="680230685" sldId="490"/>
        </pc:sldMkLst>
        <pc:spChg chg="del mod">
          <ac:chgData name="Jayesh P" userId="S::c-jayesh.p@timesgroup.com::70e0ed4d-310b-4f65-aec7-a756728ca672" providerId="AD" clId="Web-{25F596B8-8326-BC42-5653-89CC4CD79DC9}" dt="2020-10-06T09:56:21.121" v="2"/>
          <ac:spMkLst>
            <pc:docMk/>
            <pc:sldMk cId="680230685" sldId="490"/>
            <ac:spMk id="2" creationId="{5A9E06DB-AF8F-4115-8EDD-D1BF30F551F9}"/>
          </ac:spMkLst>
        </pc:spChg>
        <pc:spChg chg="del">
          <ac:chgData name="Jayesh P" userId="S::c-jayesh.p@timesgroup.com::70e0ed4d-310b-4f65-aec7-a756728ca672" providerId="AD" clId="Web-{25F596B8-8326-BC42-5653-89CC4CD79DC9}" dt="2020-10-06T09:56:26.137" v="3"/>
          <ac:spMkLst>
            <pc:docMk/>
            <pc:sldMk cId="680230685" sldId="490"/>
            <ac:spMk id="3" creationId="{45F7CC67-9C1F-4862-BAA1-7B3329699FEF}"/>
          </ac:spMkLst>
        </pc:spChg>
        <pc:spChg chg="add mod">
          <ac:chgData name="Jayesh P" userId="S::c-jayesh.p@timesgroup.com::70e0ed4d-310b-4f65-aec7-a756728ca672" providerId="AD" clId="Web-{25F596B8-8326-BC42-5653-89CC4CD79DC9}" dt="2020-10-06T10:07:24.279" v="105" actId="14100"/>
          <ac:spMkLst>
            <pc:docMk/>
            <pc:sldMk cId="680230685" sldId="490"/>
            <ac:spMk id="4" creationId="{9E3783D5-F9DC-46B8-8400-1E6983BCBC14}"/>
          </ac:spMkLst>
        </pc:spChg>
        <pc:spChg chg="add mod">
          <ac:chgData name="Jayesh P" userId="S::c-jayesh.p@timesgroup.com::70e0ed4d-310b-4f65-aec7-a756728ca672" providerId="AD" clId="Web-{25F596B8-8326-BC42-5653-89CC4CD79DC9}" dt="2020-10-06T10:07:44.232" v="109" actId="20577"/>
          <ac:spMkLst>
            <pc:docMk/>
            <pc:sldMk cId="680230685" sldId="490"/>
            <ac:spMk id="5" creationId="{9A9F7EB7-6547-4FA1-BD54-C415D1C34C44}"/>
          </ac:spMkLst>
        </pc:spChg>
        <pc:spChg chg="add mod">
          <ac:chgData name="Jayesh P" userId="S::c-jayesh.p@timesgroup.com::70e0ed4d-310b-4f65-aec7-a756728ca672" providerId="AD" clId="Web-{25F596B8-8326-BC42-5653-89CC4CD79DC9}" dt="2020-10-06T10:04:07.638" v="54" actId="20577"/>
          <ac:spMkLst>
            <pc:docMk/>
            <pc:sldMk cId="680230685" sldId="490"/>
            <ac:spMk id="6" creationId="{DAA07661-DEF4-49EA-8AF9-8D3A85DCFC6A}"/>
          </ac:spMkLst>
        </pc:spChg>
      </pc:sldChg>
      <pc:sldChg chg="addSp delSp modSp add replId">
        <pc:chgData name="Jayesh P" userId="S::c-jayesh.p@timesgroup.com::70e0ed4d-310b-4f65-aec7-a756728ca672" providerId="AD" clId="Web-{25F596B8-8326-BC42-5653-89CC4CD79DC9}" dt="2020-10-06T11:09:13.680" v="1025" actId="20577"/>
        <pc:sldMkLst>
          <pc:docMk/>
          <pc:sldMk cId="318231539" sldId="491"/>
        </pc:sldMkLst>
        <pc:spChg chg="mod">
          <ac:chgData name="Jayesh P" userId="S::c-jayesh.p@timesgroup.com::70e0ed4d-310b-4f65-aec7-a756728ca672" providerId="AD" clId="Web-{25F596B8-8326-BC42-5653-89CC4CD79DC9}" dt="2020-10-06T11:09:13.680" v="1025" actId="20577"/>
          <ac:spMkLst>
            <pc:docMk/>
            <pc:sldMk cId="318231539" sldId="491"/>
            <ac:spMk id="4" creationId="{9E3783D5-F9DC-46B8-8400-1E6983BCBC14}"/>
          </ac:spMkLst>
        </pc:spChg>
        <pc:spChg chg="mod">
          <ac:chgData name="Jayesh P" userId="S::c-jayesh.p@timesgroup.com::70e0ed4d-310b-4f65-aec7-a756728ca672" providerId="AD" clId="Web-{25F596B8-8326-BC42-5653-89CC4CD79DC9}" dt="2020-10-06T10:13:54.905" v="198" actId="1076"/>
          <ac:spMkLst>
            <pc:docMk/>
            <pc:sldMk cId="318231539" sldId="491"/>
            <ac:spMk id="5" creationId="{9A9F7EB7-6547-4FA1-BD54-C415D1C34C44}"/>
          </ac:spMkLst>
        </pc:spChg>
        <pc:spChg chg="mod">
          <ac:chgData name="Jayesh P" userId="S::c-jayesh.p@timesgroup.com::70e0ed4d-310b-4f65-aec7-a756728ca672" providerId="AD" clId="Web-{25F596B8-8326-BC42-5653-89CC4CD79DC9}" dt="2020-10-06T10:14:19.312" v="201" actId="1076"/>
          <ac:spMkLst>
            <pc:docMk/>
            <pc:sldMk cId="318231539" sldId="491"/>
            <ac:spMk id="6" creationId="{DAA07661-DEF4-49EA-8AF9-8D3A85DCFC6A}"/>
          </ac:spMkLst>
        </pc:spChg>
        <pc:spChg chg="add mod">
          <ac:chgData name="Jayesh P" userId="S::c-jayesh.p@timesgroup.com::70e0ed4d-310b-4f65-aec7-a756728ca672" providerId="AD" clId="Web-{25F596B8-8326-BC42-5653-89CC4CD79DC9}" dt="2020-10-06T10:15:02.296" v="205" actId="1076"/>
          <ac:spMkLst>
            <pc:docMk/>
            <pc:sldMk cId="318231539" sldId="491"/>
            <ac:spMk id="8" creationId="{7B5BD826-4178-4C27-84E2-5139F8366B1D}"/>
          </ac:spMkLst>
        </pc:spChg>
        <pc:picChg chg="add del mod">
          <ac:chgData name="Jayesh P" userId="S::c-jayesh.p@timesgroup.com::70e0ed4d-310b-4f65-aec7-a756728ca672" providerId="AD" clId="Web-{25F596B8-8326-BC42-5653-89CC4CD79DC9}" dt="2020-10-06T10:12:45.733" v="189"/>
          <ac:picMkLst>
            <pc:docMk/>
            <pc:sldMk cId="318231539" sldId="491"/>
            <ac:picMk id="2" creationId="{40A02895-4A61-4CF5-A17C-6103B034618A}"/>
          </ac:picMkLst>
        </pc:picChg>
        <pc:picChg chg="add mod">
          <ac:chgData name="Jayesh P" userId="S::c-jayesh.p@timesgroup.com::70e0ed4d-310b-4f65-aec7-a756728ca672" providerId="AD" clId="Web-{25F596B8-8326-BC42-5653-89CC4CD79DC9}" dt="2020-10-06T10:15:14.140" v="208" actId="14100"/>
          <ac:picMkLst>
            <pc:docMk/>
            <pc:sldMk cId="318231539" sldId="491"/>
            <ac:picMk id="3" creationId="{6C9153B6-9D6F-4D45-A7B9-8764AB4AD261}"/>
          </ac:picMkLst>
        </pc:picChg>
        <pc:cxnChg chg="add del">
          <ac:chgData name="Jayesh P" userId="S::c-jayesh.p@timesgroup.com::70e0ed4d-310b-4f65-aec7-a756728ca672" providerId="AD" clId="Web-{25F596B8-8326-BC42-5653-89CC4CD79DC9}" dt="2020-10-06T10:15:04.812" v="206"/>
          <ac:cxnSpMkLst>
            <pc:docMk/>
            <pc:sldMk cId="318231539" sldId="491"/>
            <ac:cxnSpMk id="7" creationId="{3B0D2C64-CB53-4766-9EBA-B335C3D400C8}"/>
          </ac:cxnSpMkLst>
        </pc:cxnChg>
      </pc:sldChg>
      <pc:sldChg chg="modSp add del replId">
        <pc:chgData name="Jayesh P" userId="S::c-jayesh.p@timesgroup.com::70e0ed4d-310b-4f65-aec7-a756728ca672" providerId="AD" clId="Web-{25F596B8-8326-BC42-5653-89CC4CD79DC9}" dt="2020-10-06T10:07:50.810" v="112"/>
        <pc:sldMkLst>
          <pc:docMk/>
          <pc:sldMk cId="3434812838" sldId="491"/>
        </pc:sldMkLst>
        <pc:spChg chg="mod">
          <ac:chgData name="Jayesh P" userId="S::c-jayesh.p@timesgroup.com::70e0ed4d-310b-4f65-aec7-a756728ca672" providerId="AD" clId="Web-{25F596B8-8326-BC42-5653-89CC4CD79DC9}" dt="2020-10-06T10:06:59.764" v="101" actId="14100"/>
          <ac:spMkLst>
            <pc:docMk/>
            <pc:sldMk cId="3434812838" sldId="491"/>
            <ac:spMk id="4" creationId="{9E3783D5-F9DC-46B8-8400-1E6983BCBC14}"/>
          </ac:spMkLst>
        </pc:spChg>
      </pc:sldChg>
      <pc:sldChg chg="addSp modSp add del mod ord replId setBg">
        <pc:chgData name="Jayesh P" userId="S::c-jayesh.p@timesgroup.com::70e0ed4d-310b-4f65-aec7-a756728ca672" providerId="AD" clId="Web-{25F596B8-8326-BC42-5653-89CC4CD79DC9}" dt="2020-10-06T11:02:24.251" v="870"/>
        <pc:sldMkLst>
          <pc:docMk/>
          <pc:sldMk cId="493271304" sldId="492"/>
        </pc:sldMkLst>
        <pc:spChg chg="mod">
          <ac:chgData name="Jayesh P" userId="S::c-jayesh.p@timesgroup.com::70e0ed4d-310b-4f65-aec7-a756728ca672" providerId="AD" clId="Web-{25F596B8-8326-BC42-5653-89CC4CD79DC9}" dt="2020-10-06T11:01:20.281" v="840" actId="20577"/>
          <ac:spMkLst>
            <pc:docMk/>
            <pc:sldMk cId="493271304" sldId="492"/>
            <ac:spMk id="4" creationId="{9E3783D5-F9DC-46B8-8400-1E6983BCBC14}"/>
          </ac:spMkLst>
        </pc:spChg>
        <pc:spChg chg="mod">
          <ac:chgData name="Jayesh P" userId="S::c-jayesh.p@timesgroup.com::70e0ed4d-310b-4f65-aec7-a756728ca672" providerId="AD" clId="Web-{25F596B8-8326-BC42-5653-89CC4CD79DC9}" dt="2020-10-06T11:01:45.359" v="852" actId="20577"/>
          <ac:spMkLst>
            <pc:docMk/>
            <pc:sldMk cId="493271304" sldId="492"/>
            <ac:spMk id="5" creationId="{9A9F7EB7-6547-4FA1-BD54-C415D1C34C44}"/>
          </ac:spMkLst>
        </pc:spChg>
        <pc:spChg chg="mod">
          <ac:chgData name="Jayesh P" userId="S::c-jayesh.p@timesgroup.com::70e0ed4d-310b-4f65-aec7-a756728ca672" providerId="AD" clId="Web-{25F596B8-8326-BC42-5653-89CC4CD79DC9}" dt="2020-10-06T11:01:59.141" v="859" actId="20577"/>
          <ac:spMkLst>
            <pc:docMk/>
            <pc:sldMk cId="493271304" sldId="492"/>
            <ac:spMk id="6" creationId="{DAA07661-DEF4-49EA-8AF9-8D3A85DCFC6A}"/>
          </ac:spMkLst>
        </pc:spChg>
        <pc:spChg chg="add">
          <ac:chgData name="Jayesh P" userId="S::c-jayesh.p@timesgroup.com::70e0ed4d-310b-4f65-aec7-a756728ca672" providerId="AD" clId="Web-{25F596B8-8326-BC42-5653-89CC4CD79DC9}" dt="2020-10-06T10:19:53.937" v="231"/>
          <ac:spMkLst>
            <pc:docMk/>
            <pc:sldMk cId="493271304" sldId="492"/>
            <ac:spMk id="11" creationId="{6FF0F0B8-5B06-4174-9742-1FD7ABE712A7}"/>
          </ac:spMkLst>
        </pc:spChg>
      </pc:sldChg>
      <pc:sldChg chg="delSp modSp add del mod ord replId setBg">
        <pc:chgData name="Jayesh P" userId="S::c-jayesh.p@timesgroup.com::70e0ed4d-310b-4f65-aec7-a756728ca672" providerId="AD" clId="Web-{25F596B8-8326-BC42-5653-89CC4CD79DC9}" dt="2020-10-06T11:00:39.843" v="823"/>
        <pc:sldMkLst>
          <pc:docMk/>
          <pc:sldMk cId="599489796" sldId="493"/>
        </pc:sldMkLst>
        <pc:spChg chg="mod">
          <ac:chgData name="Jayesh P" userId="S::c-jayesh.p@timesgroup.com::70e0ed4d-310b-4f65-aec7-a756728ca672" providerId="AD" clId="Web-{25F596B8-8326-BC42-5653-89CC4CD79DC9}" dt="2020-10-06T10:50:36.677" v="733" actId="20577"/>
          <ac:spMkLst>
            <pc:docMk/>
            <pc:sldMk cId="599489796" sldId="493"/>
            <ac:spMk id="4" creationId="{9E3783D5-F9DC-46B8-8400-1E6983BCBC14}"/>
          </ac:spMkLst>
        </pc:spChg>
        <pc:spChg chg="mod">
          <ac:chgData name="Jayesh P" userId="S::c-jayesh.p@timesgroup.com::70e0ed4d-310b-4f65-aec7-a756728ca672" providerId="AD" clId="Web-{25F596B8-8326-BC42-5653-89CC4CD79DC9}" dt="2020-10-06T10:50:56.724" v="741" actId="20577"/>
          <ac:spMkLst>
            <pc:docMk/>
            <pc:sldMk cId="599489796" sldId="493"/>
            <ac:spMk id="5" creationId="{9A9F7EB7-6547-4FA1-BD54-C415D1C34C44}"/>
          </ac:spMkLst>
        </pc:spChg>
        <pc:spChg chg="del">
          <ac:chgData name="Jayesh P" userId="S::c-jayesh.p@timesgroup.com::70e0ed4d-310b-4f65-aec7-a756728ca672" providerId="AD" clId="Web-{25F596B8-8326-BC42-5653-89CC4CD79DC9}" dt="2020-10-06T10:51:24.318" v="753"/>
          <ac:spMkLst>
            <pc:docMk/>
            <pc:sldMk cId="599489796" sldId="493"/>
            <ac:spMk id="6" creationId="{DAA07661-DEF4-49EA-8AF9-8D3A85DCFC6A}"/>
          </ac:spMkLst>
        </pc:spChg>
      </pc:sldChg>
      <pc:sldChg chg="addSp delSp modSp add del ord replId">
        <pc:chgData name="Jayesh P" userId="S::c-jayesh.p@timesgroup.com::70e0ed4d-310b-4f65-aec7-a756728ca672" providerId="AD" clId="Web-{25F596B8-8326-BC42-5653-89CC4CD79DC9}" dt="2020-10-06T11:05:20.098" v="930"/>
        <pc:sldMkLst>
          <pc:docMk/>
          <pc:sldMk cId="2494134096" sldId="494"/>
        </pc:sldMkLst>
        <pc:spChg chg="mod">
          <ac:chgData name="Jayesh P" userId="S::c-jayesh.p@timesgroup.com::70e0ed4d-310b-4f65-aec7-a756728ca672" providerId="AD" clId="Web-{25F596B8-8326-BC42-5653-89CC4CD79DC9}" dt="2020-10-06T11:02:40.751" v="872" actId="20577"/>
          <ac:spMkLst>
            <pc:docMk/>
            <pc:sldMk cId="2494134096" sldId="494"/>
            <ac:spMk id="4" creationId="{9E3783D5-F9DC-46B8-8400-1E6983BCBC14}"/>
          </ac:spMkLst>
        </pc:spChg>
        <pc:spChg chg="mod">
          <ac:chgData name="Jayesh P" userId="S::c-jayesh.p@timesgroup.com::70e0ed4d-310b-4f65-aec7-a756728ca672" providerId="AD" clId="Web-{25F596B8-8326-BC42-5653-89CC4CD79DC9}" dt="2020-10-06T11:03:12.345" v="890" actId="20577"/>
          <ac:spMkLst>
            <pc:docMk/>
            <pc:sldMk cId="2494134096" sldId="494"/>
            <ac:spMk id="5" creationId="{9A9F7EB7-6547-4FA1-BD54-C415D1C34C44}"/>
          </ac:spMkLst>
        </pc:spChg>
        <pc:spChg chg="del">
          <ac:chgData name="Jayesh P" userId="S::c-jayesh.p@timesgroup.com::70e0ed4d-310b-4f65-aec7-a756728ca672" providerId="AD" clId="Web-{25F596B8-8326-BC42-5653-89CC4CD79DC9}" dt="2020-10-06T10:41:29.582" v="654"/>
          <ac:spMkLst>
            <pc:docMk/>
            <pc:sldMk cId="2494134096" sldId="494"/>
            <ac:spMk id="6" creationId="{DAA07661-DEF4-49EA-8AF9-8D3A85DCFC6A}"/>
          </ac:spMkLst>
        </pc:spChg>
        <pc:spChg chg="add mod">
          <ac:chgData name="Jayesh P" userId="S::c-jayesh.p@timesgroup.com::70e0ed4d-310b-4f65-aec7-a756728ca672" providerId="AD" clId="Web-{25F596B8-8326-BC42-5653-89CC4CD79DC9}" dt="2020-10-06T10:42:02.050" v="658"/>
          <ac:spMkLst>
            <pc:docMk/>
            <pc:sldMk cId="2494134096" sldId="494"/>
            <ac:spMk id="7" creationId="{507137F7-F48E-4B93-A1F2-A7048E20AE54}"/>
          </ac:spMkLst>
        </pc:spChg>
        <pc:picChg chg="add del mod">
          <ac:chgData name="Jayesh P" userId="S::c-jayesh.p@timesgroup.com::70e0ed4d-310b-4f65-aec7-a756728ca672" providerId="AD" clId="Web-{25F596B8-8326-BC42-5653-89CC4CD79DC9}" dt="2020-10-06T11:03:43.112" v="905"/>
          <ac:picMkLst>
            <pc:docMk/>
            <pc:sldMk cId="2494134096" sldId="494"/>
            <ac:picMk id="2" creationId="{A8BCA2AE-28B7-4EC4-9966-B2768A10BDA3}"/>
          </ac:picMkLst>
        </pc:picChg>
        <pc:picChg chg="add del mod">
          <ac:chgData name="Jayesh P" userId="S::c-jayesh.p@timesgroup.com::70e0ed4d-310b-4f65-aec7-a756728ca672" providerId="AD" clId="Web-{25F596B8-8326-BC42-5653-89CC4CD79DC9}" dt="2020-10-06T11:03:43.112" v="904"/>
          <ac:picMkLst>
            <pc:docMk/>
            <pc:sldMk cId="2494134096" sldId="494"/>
            <ac:picMk id="3" creationId="{04404B26-0B7D-486F-9C27-DD4A602D1DF6}"/>
          </ac:picMkLst>
        </pc:picChg>
        <pc:picChg chg="add del mod">
          <ac:chgData name="Jayesh P" userId="S::c-jayesh.p@timesgroup.com::70e0ed4d-310b-4f65-aec7-a756728ca672" providerId="AD" clId="Web-{25F596B8-8326-BC42-5653-89CC4CD79DC9}" dt="2020-10-06T11:03:43.112" v="903"/>
          <ac:picMkLst>
            <pc:docMk/>
            <pc:sldMk cId="2494134096" sldId="494"/>
            <ac:picMk id="8" creationId="{EC40C440-9C06-4EDA-A23D-511917F5DD4B}"/>
          </ac:picMkLst>
        </pc:picChg>
        <pc:picChg chg="add del mod">
          <ac:chgData name="Jayesh P" userId="S::c-jayesh.p@timesgroup.com::70e0ed4d-310b-4f65-aec7-a756728ca672" providerId="AD" clId="Web-{25F596B8-8326-BC42-5653-89CC4CD79DC9}" dt="2020-10-06T11:03:43.112" v="902"/>
          <ac:picMkLst>
            <pc:docMk/>
            <pc:sldMk cId="2494134096" sldId="494"/>
            <ac:picMk id="9" creationId="{8D1ECCDF-BADB-4F3E-8181-F5D8563F6821}"/>
          </ac:picMkLst>
        </pc:picChg>
      </pc:sldChg>
      <pc:sldChg chg="delSp modSp add del replId">
        <pc:chgData name="Jayesh P" userId="S::c-jayesh.p@timesgroup.com::70e0ed4d-310b-4f65-aec7-a756728ca672" providerId="AD" clId="Web-{25F596B8-8326-BC42-5653-89CC4CD79DC9}" dt="2020-10-06T11:08:08.022" v="1023"/>
        <pc:sldMkLst>
          <pc:docMk/>
          <pc:sldMk cId="3328424755" sldId="495"/>
        </pc:sldMkLst>
        <pc:spChg chg="mod">
          <ac:chgData name="Jayesh P" userId="S::c-jayesh.p@timesgroup.com::70e0ed4d-310b-4f65-aec7-a756728ca672" providerId="AD" clId="Web-{25F596B8-8326-BC42-5653-89CC4CD79DC9}" dt="2020-10-06T11:05:41.661" v="938" actId="20577"/>
          <ac:spMkLst>
            <pc:docMk/>
            <pc:sldMk cId="3328424755" sldId="495"/>
            <ac:spMk id="4" creationId="{9E3783D5-F9DC-46B8-8400-1E6983BCBC14}"/>
          </ac:spMkLst>
        </pc:spChg>
        <pc:spChg chg="mod">
          <ac:chgData name="Jayesh P" userId="S::c-jayesh.p@timesgroup.com::70e0ed4d-310b-4f65-aec7-a756728ca672" providerId="AD" clId="Web-{25F596B8-8326-BC42-5653-89CC4CD79DC9}" dt="2020-10-06T11:07:20.053" v="992" actId="20577"/>
          <ac:spMkLst>
            <pc:docMk/>
            <pc:sldMk cId="3328424755" sldId="495"/>
            <ac:spMk id="5" creationId="{9A9F7EB7-6547-4FA1-BD54-C415D1C34C44}"/>
          </ac:spMkLst>
        </pc:spChg>
        <pc:picChg chg="del">
          <ac:chgData name="Jayesh P" userId="S::c-jayesh.p@timesgroup.com::70e0ed4d-310b-4f65-aec7-a756728ca672" providerId="AD" clId="Web-{25F596B8-8326-BC42-5653-89CC4CD79DC9}" dt="2020-10-06T10:45:36.473" v="698"/>
          <ac:picMkLst>
            <pc:docMk/>
            <pc:sldMk cId="3328424755" sldId="495"/>
            <ac:picMk id="2" creationId="{A8BCA2AE-28B7-4EC4-9966-B2768A10BDA3}"/>
          </ac:picMkLst>
        </pc:picChg>
        <pc:picChg chg="del">
          <ac:chgData name="Jayesh P" userId="S::c-jayesh.p@timesgroup.com::70e0ed4d-310b-4f65-aec7-a756728ca672" providerId="AD" clId="Web-{25F596B8-8326-BC42-5653-89CC4CD79DC9}" dt="2020-10-06T10:45:34.395" v="697"/>
          <ac:picMkLst>
            <pc:docMk/>
            <pc:sldMk cId="3328424755" sldId="495"/>
            <ac:picMk id="3" creationId="{04404B26-0B7D-486F-9C27-DD4A602D1DF6}"/>
          </ac:picMkLst>
        </pc:picChg>
        <pc:picChg chg="del">
          <ac:chgData name="Jayesh P" userId="S::c-jayesh.p@timesgroup.com::70e0ed4d-310b-4f65-aec7-a756728ca672" providerId="AD" clId="Web-{25F596B8-8326-BC42-5653-89CC4CD79DC9}" dt="2020-10-06T10:45:38.426" v="699"/>
          <ac:picMkLst>
            <pc:docMk/>
            <pc:sldMk cId="3328424755" sldId="495"/>
            <ac:picMk id="8" creationId="{EC40C440-9C06-4EDA-A23D-511917F5DD4B}"/>
          </ac:picMkLst>
        </pc:picChg>
        <pc:picChg chg="del">
          <ac:chgData name="Jayesh P" userId="S::c-jayesh.p@timesgroup.com::70e0ed4d-310b-4f65-aec7-a756728ca672" providerId="AD" clId="Web-{25F596B8-8326-BC42-5653-89CC4CD79DC9}" dt="2020-10-06T10:45:40.629" v="700"/>
          <ac:picMkLst>
            <pc:docMk/>
            <pc:sldMk cId="3328424755" sldId="495"/>
            <ac:picMk id="9" creationId="{8D1ECCDF-BADB-4F3E-8181-F5D8563F6821}"/>
          </ac:picMkLst>
        </pc:picChg>
      </pc:sldChg>
      <pc:sldChg chg="addSp delSp modSp add replId">
        <pc:chgData name="Jayesh P" userId="S::c-jayesh.p@timesgroup.com::70e0ed4d-310b-4f65-aec7-a756728ca672" providerId="AD" clId="Web-{25F596B8-8326-BC42-5653-89CC4CD79DC9}" dt="2020-10-06T11:00:32.077" v="822" actId="1076"/>
        <pc:sldMkLst>
          <pc:docMk/>
          <pc:sldMk cId="26066074" sldId="496"/>
        </pc:sldMkLst>
        <pc:spChg chg="add mod">
          <ac:chgData name="Jayesh P" userId="S::c-jayesh.p@timesgroup.com::70e0ed4d-310b-4f65-aec7-a756728ca672" providerId="AD" clId="Web-{25F596B8-8326-BC42-5653-89CC4CD79DC9}" dt="2020-10-06T11:00:32.077" v="822" actId="1076"/>
          <ac:spMkLst>
            <pc:docMk/>
            <pc:sldMk cId="26066074" sldId="496"/>
            <ac:spMk id="2" creationId="{BB4A6373-226E-4C31-88F8-285C5547286D}"/>
          </ac:spMkLst>
        </pc:spChg>
        <pc:spChg chg="mod">
          <ac:chgData name="Jayesh P" userId="S::c-jayesh.p@timesgroup.com::70e0ed4d-310b-4f65-aec7-a756728ca672" providerId="AD" clId="Web-{25F596B8-8326-BC42-5653-89CC4CD79DC9}" dt="2020-10-06T11:00:20.467" v="819" actId="20577"/>
          <ac:spMkLst>
            <pc:docMk/>
            <pc:sldMk cId="26066074" sldId="496"/>
            <ac:spMk id="4" creationId="{9E3783D5-F9DC-46B8-8400-1E6983BCBC14}"/>
          </ac:spMkLst>
        </pc:spChg>
        <pc:spChg chg="mod">
          <ac:chgData name="Jayesh P" userId="S::c-jayesh.p@timesgroup.com::70e0ed4d-310b-4f65-aec7-a756728ca672" providerId="AD" clId="Web-{25F596B8-8326-BC42-5653-89CC4CD79DC9}" dt="2020-10-06T11:00:26.421" v="821" actId="1076"/>
          <ac:spMkLst>
            <pc:docMk/>
            <pc:sldMk cId="26066074" sldId="496"/>
            <ac:spMk id="5" creationId="{9A9F7EB7-6547-4FA1-BD54-C415D1C34C44}"/>
          </ac:spMkLst>
        </pc:spChg>
        <pc:spChg chg="del mod">
          <ac:chgData name="Jayesh P" userId="S::c-jayesh.p@timesgroup.com::70e0ed4d-310b-4f65-aec7-a756728ca672" providerId="AD" clId="Web-{25F596B8-8326-BC42-5653-89CC4CD79DC9}" dt="2020-10-06T10:51:12.177" v="751"/>
          <ac:spMkLst>
            <pc:docMk/>
            <pc:sldMk cId="26066074" sldId="496"/>
            <ac:spMk id="6" creationId="{DAA07661-DEF4-49EA-8AF9-8D3A85DCFC6A}"/>
          </ac:spMkLst>
        </pc:spChg>
        <pc:spChg chg="del">
          <ac:chgData name="Jayesh P" userId="S::c-jayesh.p@timesgroup.com::70e0ed4d-310b-4f65-aec7-a756728ca672" providerId="AD" clId="Web-{25F596B8-8326-BC42-5653-89CC4CD79DC9}" dt="2020-10-06T10:51:30.802" v="754"/>
          <ac:spMkLst>
            <pc:docMk/>
            <pc:sldMk cId="26066074" sldId="496"/>
            <ac:spMk id="8" creationId="{7B5BD826-4178-4C27-84E2-5139F8366B1D}"/>
          </ac:spMkLst>
        </pc:spChg>
        <pc:picChg chg="del">
          <ac:chgData name="Jayesh P" userId="S::c-jayesh.p@timesgroup.com::70e0ed4d-310b-4f65-aec7-a756728ca672" providerId="AD" clId="Web-{25F596B8-8326-BC42-5653-89CC4CD79DC9}" dt="2020-10-06T10:51:05.489" v="748"/>
          <ac:picMkLst>
            <pc:docMk/>
            <pc:sldMk cId="26066074" sldId="496"/>
            <ac:picMk id="3" creationId="{6C9153B6-9D6F-4D45-A7B9-8764AB4AD261}"/>
          </ac:picMkLst>
        </pc:picChg>
      </pc:sldChg>
      <pc:sldChg chg="modSp add ord replId">
        <pc:chgData name="Jayesh P" userId="S::c-jayesh.p@timesgroup.com::70e0ed4d-310b-4f65-aec7-a756728ca672" providerId="AD" clId="Web-{25F596B8-8326-BC42-5653-89CC4CD79DC9}" dt="2020-10-06T11:12:06.745" v="1053" actId="20577"/>
        <pc:sldMkLst>
          <pc:docMk/>
          <pc:sldMk cId="822138993" sldId="497"/>
        </pc:sldMkLst>
        <pc:spChg chg="mod">
          <ac:chgData name="Jayesh P" userId="S::c-jayesh.p@timesgroup.com::70e0ed4d-310b-4f65-aec7-a756728ca672" providerId="AD" clId="Web-{25F596B8-8326-BC42-5653-89CC4CD79DC9}" dt="2020-10-06T11:12:06.745" v="1053" actId="20577"/>
          <ac:spMkLst>
            <pc:docMk/>
            <pc:sldMk cId="822138993" sldId="497"/>
            <ac:spMk id="2" creationId="{BB4A6373-226E-4C31-88F8-285C5547286D}"/>
          </ac:spMkLst>
        </pc:spChg>
        <pc:spChg chg="mod">
          <ac:chgData name="Jayesh P" userId="S::c-jayesh.p@timesgroup.com::70e0ed4d-310b-4f65-aec7-a756728ca672" providerId="AD" clId="Web-{25F596B8-8326-BC42-5653-89CC4CD79DC9}" dt="2020-10-06T11:01:36" v="850" actId="20577"/>
          <ac:spMkLst>
            <pc:docMk/>
            <pc:sldMk cId="822138993" sldId="497"/>
            <ac:spMk id="4" creationId="{9E3783D5-F9DC-46B8-8400-1E6983BCBC14}"/>
          </ac:spMkLst>
        </pc:spChg>
        <pc:spChg chg="mod">
          <ac:chgData name="Jayesh P" userId="S::c-jayesh.p@timesgroup.com::70e0ed4d-310b-4f65-aec7-a756728ca672" providerId="AD" clId="Web-{25F596B8-8326-BC42-5653-89CC4CD79DC9}" dt="2020-10-06T11:01:54.438" v="857" actId="20577"/>
          <ac:spMkLst>
            <pc:docMk/>
            <pc:sldMk cId="822138993" sldId="497"/>
            <ac:spMk id="5" creationId="{9A9F7EB7-6547-4FA1-BD54-C415D1C34C44}"/>
          </ac:spMkLst>
        </pc:spChg>
      </pc:sldChg>
      <pc:sldChg chg="addSp modSp add replId">
        <pc:chgData name="Jayesh P" userId="S::c-jayesh.p@timesgroup.com::70e0ed4d-310b-4f65-aec7-a756728ca672" providerId="AD" clId="Web-{25F596B8-8326-BC42-5653-89CC4CD79DC9}" dt="2020-10-06T11:10:27.681" v="1032" actId="1076"/>
        <pc:sldMkLst>
          <pc:docMk/>
          <pc:sldMk cId="1482351112" sldId="498"/>
        </pc:sldMkLst>
        <pc:spChg chg="mod">
          <ac:chgData name="Jayesh P" userId="S::c-jayesh.p@timesgroup.com::70e0ed4d-310b-4f65-aec7-a756728ca672" providerId="AD" clId="Web-{25F596B8-8326-BC42-5653-89CC4CD79DC9}" dt="2020-10-06T11:10:17.447" v="1028" actId="1076"/>
          <ac:spMkLst>
            <pc:docMk/>
            <pc:sldMk cId="1482351112" sldId="498"/>
            <ac:spMk id="2" creationId="{BB4A6373-226E-4C31-88F8-285C5547286D}"/>
          </ac:spMkLst>
        </pc:spChg>
        <pc:spChg chg="mod">
          <ac:chgData name="Jayesh P" userId="S::c-jayesh.p@timesgroup.com::70e0ed4d-310b-4f65-aec7-a756728ca672" providerId="AD" clId="Web-{25F596B8-8326-BC42-5653-89CC4CD79DC9}" dt="2020-10-06T11:02:50.595" v="881" actId="20577"/>
          <ac:spMkLst>
            <pc:docMk/>
            <pc:sldMk cId="1482351112" sldId="498"/>
            <ac:spMk id="4" creationId="{9E3783D5-F9DC-46B8-8400-1E6983BCBC14}"/>
          </ac:spMkLst>
        </pc:spChg>
        <pc:spChg chg="mod">
          <ac:chgData name="Jayesh P" userId="S::c-jayesh.p@timesgroup.com::70e0ed4d-310b-4f65-aec7-a756728ca672" providerId="AD" clId="Web-{25F596B8-8326-BC42-5653-89CC4CD79DC9}" dt="2020-10-06T11:03:08.267" v="888" actId="20577"/>
          <ac:spMkLst>
            <pc:docMk/>
            <pc:sldMk cId="1482351112" sldId="498"/>
            <ac:spMk id="5" creationId="{9A9F7EB7-6547-4FA1-BD54-C415D1C34C44}"/>
          </ac:spMkLst>
        </pc:spChg>
        <pc:spChg chg="add mod">
          <ac:chgData name="Jayesh P" userId="S::c-jayesh.p@timesgroup.com::70e0ed4d-310b-4f65-aec7-a756728ca672" providerId="AD" clId="Web-{25F596B8-8326-BC42-5653-89CC4CD79DC9}" dt="2020-10-06T11:10:27.681" v="1032" actId="1076"/>
          <ac:spMkLst>
            <pc:docMk/>
            <pc:sldMk cId="1482351112" sldId="498"/>
            <ac:spMk id="9" creationId="{F10CEAA3-F5D4-4EA7-87E1-4FFEFB63412A}"/>
          </ac:spMkLst>
        </pc:spChg>
        <pc:picChg chg="add mod">
          <ac:chgData name="Jayesh P" userId="S::c-jayesh.p@timesgroup.com::70e0ed4d-310b-4f65-aec7-a756728ca672" providerId="AD" clId="Web-{25F596B8-8326-BC42-5653-89CC4CD79DC9}" dt="2020-10-06T11:04:44.441" v="929" actId="1076"/>
          <ac:picMkLst>
            <pc:docMk/>
            <pc:sldMk cId="1482351112" sldId="498"/>
            <ac:picMk id="3" creationId="{C48EFB66-CEA8-4A58-B0C7-52C849E06003}"/>
          </ac:picMkLst>
        </pc:picChg>
        <pc:picChg chg="add mod">
          <ac:chgData name="Jayesh P" userId="S::c-jayesh.p@timesgroup.com::70e0ed4d-310b-4f65-aec7-a756728ca672" providerId="AD" clId="Web-{25F596B8-8326-BC42-5653-89CC4CD79DC9}" dt="2020-10-06T11:04:31.831" v="925" actId="1076"/>
          <ac:picMkLst>
            <pc:docMk/>
            <pc:sldMk cId="1482351112" sldId="498"/>
            <ac:picMk id="6" creationId="{9249D882-999E-49B5-A850-88B848EFF7C1}"/>
          </ac:picMkLst>
        </pc:picChg>
        <pc:picChg chg="add mod">
          <ac:chgData name="Jayesh P" userId="S::c-jayesh.p@timesgroup.com::70e0ed4d-310b-4f65-aec7-a756728ca672" providerId="AD" clId="Web-{25F596B8-8326-BC42-5653-89CC4CD79DC9}" dt="2020-10-06T11:04:21.112" v="922" actId="14100"/>
          <ac:picMkLst>
            <pc:docMk/>
            <pc:sldMk cId="1482351112" sldId="498"/>
            <ac:picMk id="7" creationId="{1D7F9BE1-E8B7-44FD-A419-68ACE006B2A4}"/>
          </ac:picMkLst>
        </pc:picChg>
        <pc:picChg chg="add mod">
          <ac:chgData name="Jayesh P" userId="S::c-jayesh.p@timesgroup.com::70e0ed4d-310b-4f65-aec7-a756728ca672" providerId="AD" clId="Web-{25F596B8-8326-BC42-5653-89CC4CD79DC9}" dt="2020-10-06T11:04:00.909" v="916" actId="1076"/>
          <ac:picMkLst>
            <pc:docMk/>
            <pc:sldMk cId="1482351112" sldId="498"/>
            <ac:picMk id="8" creationId="{2FC4E888-2CD9-40DC-BE1F-57E39FA7986F}"/>
          </ac:picMkLst>
        </pc:picChg>
      </pc:sldChg>
      <pc:sldChg chg="addSp delSp modSp add replId">
        <pc:chgData name="Jayesh P" userId="S::c-jayesh.p@timesgroup.com::70e0ed4d-310b-4f65-aec7-a756728ca672" providerId="AD" clId="Web-{25F596B8-8326-BC42-5653-89CC4CD79DC9}" dt="2020-10-06T11:08:04.788" v="1022" actId="1076"/>
        <pc:sldMkLst>
          <pc:docMk/>
          <pc:sldMk cId="3931757991" sldId="499"/>
        </pc:sldMkLst>
        <pc:spChg chg="del mod">
          <ac:chgData name="Jayesh P" userId="S::c-jayesh.p@timesgroup.com::70e0ed4d-310b-4f65-aec7-a756728ca672" providerId="AD" clId="Web-{25F596B8-8326-BC42-5653-89CC4CD79DC9}" dt="2020-10-06T11:07:06.834" v="986"/>
          <ac:spMkLst>
            <pc:docMk/>
            <pc:sldMk cId="3931757991" sldId="499"/>
            <ac:spMk id="2" creationId="{BB4A6373-226E-4C31-88F8-285C5547286D}"/>
          </ac:spMkLst>
        </pc:spChg>
        <pc:spChg chg="mod">
          <ac:chgData name="Jayesh P" userId="S::c-jayesh.p@timesgroup.com::70e0ed4d-310b-4f65-aec7-a756728ca672" providerId="AD" clId="Web-{25F596B8-8326-BC42-5653-89CC4CD79DC9}" dt="2020-10-06T11:05:50.567" v="945" actId="20577"/>
          <ac:spMkLst>
            <pc:docMk/>
            <pc:sldMk cId="3931757991" sldId="499"/>
            <ac:spMk id="4" creationId="{9E3783D5-F9DC-46B8-8400-1E6983BCBC14}"/>
          </ac:spMkLst>
        </pc:spChg>
        <pc:spChg chg="mod">
          <ac:chgData name="Jayesh P" userId="S::c-jayesh.p@timesgroup.com::70e0ed4d-310b-4f65-aec7-a756728ca672" providerId="AD" clId="Web-{25F596B8-8326-BC42-5653-89CC4CD79DC9}" dt="2020-10-06T11:08:04.788" v="1022" actId="1076"/>
          <ac:spMkLst>
            <pc:docMk/>
            <pc:sldMk cId="3931757991" sldId="499"/>
            <ac:spMk id="5" creationId="{9A9F7EB7-6547-4FA1-BD54-C415D1C34C44}"/>
          </ac:spMkLst>
        </pc:spChg>
        <pc:picChg chg="add del">
          <ac:chgData name="Jayesh P" userId="S::c-jayesh.p@timesgroup.com::70e0ed4d-310b-4f65-aec7-a756728ca672" providerId="AD" clId="Web-{25F596B8-8326-BC42-5653-89CC4CD79DC9}" dt="2020-10-06T11:07:12.662" v="990"/>
          <ac:picMkLst>
            <pc:docMk/>
            <pc:sldMk cId="3931757991" sldId="499"/>
            <ac:picMk id="3" creationId="{C48EFB66-CEA8-4A58-B0C7-52C849E06003}"/>
          </ac:picMkLst>
        </pc:picChg>
        <pc:picChg chg="add del">
          <ac:chgData name="Jayesh P" userId="S::c-jayesh.p@timesgroup.com::70e0ed4d-310b-4f65-aec7-a756728ca672" providerId="AD" clId="Web-{25F596B8-8326-BC42-5653-89CC4CD79DC9}" dt="2020-10-06T11:07:12.662" v="989"/>
          <ac:picMkLst>
            <pc:docMk/>
            <pc:sldMk cId="3931757991" sldId="499"/>
            <ac:picMk id="6" creationId="{9249D882-999E-49B5-A850-88B848EFF7C1}"/>
          </ac:picMkLst>
        </pc:picChg>
        <pc:picChg chg="add del">
          <ac:chgData name="Jayesh P" userId="S::c-jayesh.p@timesgroup.com::70e0ed4d-310b-4f65-aec7-a756728ca672" providerId="AD" clId="Web-{25F596B8-8326-BC42-5653-89CC4CD79DC9}" dt="2020-10-06T11:07:12.662" v="988"/>
          <ac:picMkLst>
            <pc:docMk/>
            <pc:sldMk cId="3931757991" sldId="499"/>
            <ac:picMk id="7" creationId="{1D7F9BE1-E8B7-44FD-A419-68ACE006B2A4}"/>
          </ac:picMkLst>
        </pc:picChg>
        <pc:picChg chg="add del">
          <ac:chgData name="Jayesh P" userId="S::c-jayesh.p@timesgroup.com::70e0ed4d-310b-4f65-aec7-a756728ca672" providerId="AD" clId="Web-{25F596B8-8326-BC42-5653-89CC4CD79DC9}" dt="2020-10-06T11:07:12.646" v="987"/>
          <ac:picMkLst>
            <pc:docMk/>
            <pc:sldMk cId="3931757991" sldId="499"/>
            <ac:picMk id="8" creationId="{2FC4E888-2CD9-40DC-BE1F-57E39FA7986F}"/>
          </ac:picMkLst>
        </pc:picChg>
      </pc:sldChg>
    </pc:docChg>
  </pc:docChgLst>
  <pc:docChgLst>
    <pc:chgData name="Jayesh P" userId="S::c-jayesh.p@timesgroup.com::70e0ed4d-310b-4f65-aec7-a756728ca672" providerId="AD" clId="Web-{F8C02B55-CFC8-5264-3512-F71D36A96866}"/>
    <pc:docChg chg="modSld">
      <pc:chgData name="Jayesh P" userId="S::c-jayesh.p@timesgroup.com::70e0ed4d-310b-4f65-aec7-a756728ca672" providerId="AD" clId="Web-{F8C02B55-CFC8-5264-3512-F71D36A96866}" dt="2020-10-09T01:20:46.058" v="6" actId="20577"/>
      <pc:docMkLst>
        <pc:docMk/>
      </pc:docMkLst>
      <pc:sldChg chg="modSp">
        <pc:chgData name="Jayesh P" userId="S::c-jayesh.p@timesgroup.com::70e0ed4d-310b-4f65-aec7-a756728ca672" providerId="AD" clId="Web-{F8C02B55-CFC8-5264-3512-F71D36A96866}" dt="2020-10-09T01:20:46.058" v="5" actId="20577"/>
        <pc:sldMkLst>
          <pc:docMk/>
          <pc:sldMk cId="680230685" sldId="490"/>
        </pc:sldMkLst>
        <pc:spChg chg="mod">
          <ac:chgData name="Jayesh P" userId="S::c-jayesh.p@timesgroup.com::70e0ed4d-310b-4f65-aec7-a756728ca672" providerId="AD" clId="Web-{F8C02B55-CFC8-5264-3512-F71D36A96866}" dt="2020-10-09T01:20:46.058" v="5" actId="20577"/>
          <ac:spMkLst>
            <pc:docMk/>
            <pc:sldMk cId="680230685" sldId="490"/>
            <ac:spMk id="4" creationId="{9E3783D5-F9DC-46B8-8400-1E6983BCBC14}"/>
          </ac:spMkLst>
        </pc:spChg>
      </pc:sldChg>
    </pc:docChg>
  </pc:docChgLst>
  <pc:docChgLst>
    <pc:chgData name="Jayesh P" userId="S::c-jayesh.p@timesgroup.com::70e0ed4d-310b-4f65-aec7-a756728ca672" providerId="AD" clId="Web-{2C10DA7D-9BB7-6273-C7C0-DF4C1B0EB106}"/>
    <pc:docChg chg="modSld">
      <pc:chgData name="Jayesh P" userId="S::c-jayesh.p@timesgroup.com::70e0ed4d-310b-4f65-aec7-a756728ca672" providerId="AD" clId="Web-{2C10DA7D-9BB7-6273-C7C0-DF4C1B0EB106}" dt="2020-11-10T11:10:42.364" v="5" actId="20577"/>
      <pc:docMkLst>
        <pc:docMk/>
      </pc:docMkLst>
      <pc:sldChg chg="modSp">
        <pc:chgData name="Jayesh P" userId="S::c-jayesh.p@timesgroup.com::70e0ed4d-310b-4f65-aec7-a756728ca672" providerId="AD" clId="Web-{2C10DA7D-9BB7-6273-C7C0-DF4C1B0EB106}" dt="2020-11-10T11:10:42.364" v="4" actId="20577"/>
        <pc:sldMkLst>
          <pc:docMk/>
          <pc:sldMk cId="680230685" sldId="490"/>
        </pc:sldMkLst>
        <pc:spChg chg="mod">
          <ac:chgData name="Jayesh P" userId="S::c-jayesh.p@timesgroup.com::70e0ed4d-310b-4f65-aec7-a756728ca672" providerId="AD" clId="Web-{2C10DA7D-9BB7-6273-C7C0-DF4C1B0EB106}" dt="2020-11-10T11:10:42.364" v="4" actId="20577"/>
          <ac:spMkLst>
            <pc:docMk/>
            <pc:sldMk cId="680230685" sldId="490"/>
            <ac:spMk id="5" creationId="{9A9F7EB7-6547-4FA1-BD54-C415D1C34C44}"/>
          </ac:spMkLst>
        </pc:spChg>
      </pc:sldChg>
    </pc:docChg>
  </pc:docChgLst>
  <pc:docChgLst>
    <pc:chgData name="Chinmay Chopade" userId="S::chinmay.chopade@timesgroup.com::75847252-db52-466f-8b56-ac4a9b1cffc0" providerId="AD" clId="Web-{D0FAC6DA-E738-5C2B-7479-9E5B7E194AD0}"/>
    <pc:docChg chg="modSld">
      <pc:chgData name="Chinmay Chopade" userId="S::chinmay.chopade@timesgroup.com::75847252-db52-466f-8b56-ac4a9b1cffc0" providerId="AD" clId="Web-{D0FAC6DA-E738-5C2B-7479-9E5B7E194AD0}" dt="2020-10-06T05:21:24.048" v="0" actId="1076"/>
      <pc:docMkLst>
        <pc:docMk/>
      </pc:docMkLst>
      <pc:sldChg chg="modSp">
        <pc:chgData name="Chinmay Chopade" userId="S::chinmay.chopade@timesgroup.com::75847252-db52-466f-8b56-ac4a9b1cffc0" providerId="AD" clId="Web-{D0FAC6DA-E738-5C2B-7479-9E5B7E194AD0}" dt="2020-10-06T05:21:24.048" v="0" actId="1076"/>
        <pc:sldMkLst>
          <pc:docMk/>
          <pc:sldMk cId="428512101" sldId="452"/>
        </pc:sldMkLst>
        <pc:picChg chg="mod">
          <ac:chgData name="Chinmay Chopade" userId="S::chinmay.chopade@timesgroup.com::75847252-db52-466f-8b56-ac4a9b1cffc0" providerId="AD" clId="Web-{D0FAC6DA-E738-5C2B-7479-9E5B7E194AD0}" dt="2020-10-06T05:21:24.048" v="0" actId="1076"/>
          <ac:picMkLst>
            <pc:docMk/>
            <pc:sldMk cId="428512101" sldId="452"/>
            <ac:picMk id="11" creationId="{9C4B9C24-100F-4D60-99BC-127FAA501CF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B720C8-0F1F-4769-A95D-E70485508E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1CA3493-3CF0-479D-887E-326CB01F427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B84AB01-33F2-4890-81BC-94568158DB71}" type="datetimeFigureOut">
              <a:rPr lang="en-US" smtClean="0"/>
              <a:t>11/25/2020</a:t>
            </a:fld>
            <a:endParaRPr lang="en-US"/>
          </a:p>
        </p:txBody>
      </p:sp>
      <p:sp>
        <p:nvSpPr>
          <p:cNvPr id="4" name="Footer Placeholder 3">
            <a:extLst>
              <a:ext uri="{FF2B5EF4-FFF2-40B4-BE49-F238E27FC236}">
                <a16:creationId xmlns:a16="http://schemas.microsoft.com/office/drawing/2014/main" id="{CA5946B1-632D-4B59-8997-E7256A57DBC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0C78952-9C23-4261-888C-BF86D1BD583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82911A-3904-4D85-962F-6F98C8B8092A}" type="slidenum">
              <a:rPr lang="en-US" smtClean="0"/>
              <a:t>‹#›</a:t>
            </a:fld>
            <a:endParaRPr lang="en-US"/>
          </a:p>
        </p:txBody>
      </p:sp>
    </p:spTree>
    <p:extLst>
      <p:ext uri="{BB962C8B-B14F-4D97-AF65-F5344CB8AC3E}">
        <p14:creationId xmlns:p14="http://schemas.microsoft.com/office/powerpoint/2010/main" val="33422192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483641-D1D6-470F-B4DD-94A4BF8C7944}" type="datetimeFigureOut">
              <a:rPr lang="en-US" smtClean="0"/>
              <a:t>11/25/2020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ACDBBA-3E16-4C17-98D6-4252B34A496B}" type="slidenum">
              <a:rPr lang="en-US" smtClean="0"/>
              <a:t>‹#›</a:t>
            </a:fld>
            <a:endParaRPr lang="en-US"/>
          </a:p>
        </p:txBody>
      </p:sp>
    </p:spTree>
    <p:extLst>
      <p:ext uri="{BB962C8B-B14F-4D97-AF65-F5344CB8AC3E}">
        <p14:creationId xmlns:p14="http://schemas.microsoft.com/office/powerpoint/2010/main" val="1365207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descr="A screenshot of a cell phone&#10;&#10;Description automatically generated">
            <a:extLst>
              <a:ext uri="{FF2B5EF4-FFF2-40B4-BE49-F238E27FC236}">
                <a16:creationId xmlns:a16="http://schemas.microsoft.com/office/drawing/2014/main" id="{E11EB938-A255-4722-9C35-39029A44343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7567" y="-124098"/>
            <a:ext cx="7524207" cy="7106195"/>
          </a:xfrm>
          <a:prstGeom prst="rect">
            <a:avLst/>
          </a:prstGeom>
          <a:ln>
            <a:noFill/>
          </a:ln>
          <a:effectLst>
            <a:softEdge rad="112500"/>
          </a:effectLst>
        </p:spPr>
      </p:pic>
    </p:spTree>
    <p:extLst>
      <p:ext uri="{BB962C8B-B14F-4D97-AF65-F5344CB8AC3E}">
        <p14:creationId xmlns:p14="http://schemas.microsoft.com/office/powerpoint/2010/main" val="2395023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9855-0554-4AD4-9DB0-DFADBD294C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7D1253-EFB2-45B3-BEE4-0F076F7123E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52234D-6167-481F-853A-96DD5F5B3FF6}"/>
              </a:ext>
            </a:extLst>
          </p:cNvPr>
          <p:cNvSpPr>
            <a:spLocks noGrp="1"/>
          </p:cNvSpPr>
          <p:nvPr>
            <p:ph type="dt" sz="half" idx="10"/>
          </p:nvPr>
        </p:nvSpPr>
        <p:spPr/>
        <p:txBody>
          <a:bodyPr/>
          <a:lstStyle/>
          <a:p>
            <a:fld id="{82F02B62-5DD8-4280-AFCA-8F649BCFC6D8}" type="datetimeFigureOut">
              <a:rPr lang="en-US" smtClean="0"/>
              <a:t>11/25/2020</a:t>
            </a:fld>
            <a:endParaRPr lang="en-US"/>
          </a:p>
        </p:txBody>
      </p:sp>
      <p:sp>
        <p:nvSpPr>
          <p:cNvPr id="5" name="Footer Placeholder 4">
            <a:extLst>
              <a:ext uri="{FF2B5EF4-FFF2-40B4-BE49-F238E27FC236}">
                <a16:creationId xmlns:a16="http://schemas.microsoft.com/office/drawing/2014/main" id="{0D35B361-3E9E-4520-8867-BF98BF8226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5989D0-E39E-4173-9B66-DB6C2586D1F0}"/>
              </a:ext>
            </a:extLst>
          </p:cNvPr>
          <p:cNvSpPr>
            <a:spLocks noGrp="1"/>
          </p:cNvSpPr>
          <p:nvPr>
            <p:ph type="sldNum" sz="quarter" idx="12"/>
          </p:nvPr>
        </p:nvSpPr>
        <p:spPr/>
        <p:txBody>
          <a:bodyPr/>
          <a:lstStyle/>
          <a:p>
            <a:fld id="{A7ABB3D5-39F4-4A26-A69E-435B4166991F}" type="slidenum">
              <a:rPr lang="en-US" smtClean="0"/>
              <a:t>‹#›</a:t>
            </a:fld>
            <a:endParaRPr lang="en-US"/>
          </a:p>
        </p:txBody>
      </p:sp>
    </p:spTree>
    <p:extLst>
      <p:ext uri="{BB962C8B-B14F-4D97-AF65-F5344CB8AC3E}">
        <p14:creationId xmlns:p14="http://schemas.microsoft.com/office/powerpoint/2010/main" val="362168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89254204-7576-4E7F-BCC2-47087CDF8998}"/>
              </a:ext>
            </a:extLst>
          </p:cNvPr>
          <p:cNvSpPr/>
          <p:nvPr/>
        </p:nvSpPr>
        <p:spPr>
          <a:xfrm rot="1200000">
            <a:off x="-311854" y="-189268"/>
            <a:ext cx="714157" cy="2226584"/>
          </a:xfrm>
          <a:custGeom>
            <a:avLst/>
            <a:gdLst>
              <a:gd name="connsiteX0" fmla="*/ 622717 w 714157"/>
              <a:gd name="connsiteY0" fmla="*/ 33281 h 2226584"/>
              <a:gd name="connsiteX1" fmla="*/ 714157 w 714157"/>
              <a:gd name="connsiteY1" fmla="*/ 0 h 2226584"/>
              <a:gd name="connsiteX2" fmla="*/ 714157 w 714157"/>
              <a:gd name="connsiteY2" fmla="*/ 2226584 h 2226584"/>
              <a:gd name="connsiteX3" fmla="*/ 622717 w 714157"/>
              <a:gd name="connsiteY3" fmla="*/ 1975355 h 2226584"/>
              <a:gd name="connsiteX4" fmla="*/ 329492 w 714157"/>
              <a:gd name="connsiteY4" fmla="*/ 140006 h 2226584"/>
              <a:gd name="connsiteX5" fmla="*/ 329492 w 714157"/>
              <a:gd name="connsiteY5" fmla="*/ 1169726 h 2226584"/>
              <a:gd name="connsiteX6" fmla="*/ 238052 w 714157"/>
              <a:gd name="connsiteY6" fmla="*/ 918496 h 2226584"/>
              <a:gd name="connsiteX7" fmla="*/ 238052 w 714157"/>
              <a:gd name="connsiteY7" fmla="*/ 173288 h 2226584"/>
              <a:gd name="connsiteX8" fmla="*/ 567544 w 714157"/>
              <a:gd name="connsiteY8" fmla="*/ 53362 h 2226584"/>
              <a:gd name="connsiteX9" fmla="*/ 567544 w 714157"/>
              <a:gd name="connsiteY9" fmla="*/ 1823768 h 2226584"/>
              <a:gd name="connsiteX10" fmla="*/ 384664 w 714157"/>
              <a:gd name="connsiteY10" fmla="*/ 1321310 h 2226584"/>
              <a:gd name="connsiteX11" fmla="*/ 384664 w 714157"/>
              <a:gd name="connsiteY11" fmla="*/ 119925 h 2226584"/>
              <a:gd name="connsiteX12" fmla="*/ 0 w 714157"/>
              <a:gd name="connsiteY12" fmla="*/ 259931 h 2226584"/>
              <a:gd name="connsiteX13" fmla="*/ 182880 w 714157"/>
              <a:gd name="connsiteY13" fmla="*/ 193369 h 2226584"/>
              <a:gd name="connsiteX14" fmla="*/ 182880 w 714157"/>
              <a:gd name="connsiteY14" fmla="*/ 766913 h 2226584"/>
              <a:gd name="connsiteX15" fmla="*/ 0 w 714157"/>
              <a:gd name="connsiteY15" fmla="*/ 264454 h 222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157" h="2226584">
                <a:moveTo>
                  <a:pt x="622717" y="33281"/>
                </a:moveTo>
                <a:lnTo>
                  <a:pt x="714157" y="0"/>
                </a:lnTo>
                <a:lnTo>
                  <a:pt x="714157" y="2226584"/>
                </a:lnTo>
                <a:lnTo>
                  <a:pt x="622717" y="1975355"/>
                </a:lnTo>
                <a:close/>
                <a:moveTo>
                  <a:pt x="329492" y="140006"/>
                </a:moveTo>
                <a:lnTo>
                  <a:pt x="329492" y="1169726"/>
                </a:lnTo>
                <a:lnTo>
                  <a:pt x="238052" y="918496"/>
                </a:lnTo>
                <a:lnTo>
                  <a:pt x="238052" y="173288"/>
                </a:lnTo>
                <a:close/>
                <a:moveTo>
                  <a:pt x="567544" y="53362"/>
                </a:moveTo>
                <a:lnTo>
                  <a:pt x="567544" y="1823768"/>
                </a:lnTo>
                <a:lnTo>
                  <a:pt x="384664" y="1321310"/>
                </a:lnTo>
                <a:lnTo>
                  <a:pt x="384664" y="119925"/>
                </a:lnTo>
                <a:close/>
                <a:moveTo>
                  <a:pt x="0" y="259931"/>
                </a:moveTo>
                <a:lnTo>
                  <a:pt x="182880" y="193369"/>
                </a:lnTo>
                <a:lnTo>
                  <a:pt x="182880" y="766913"/>
                </a:lnTo>
                <a:lnTo>
                  <a:pt x="0" y="26445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4500" b="0" baseline="0">
                <a:solidFill>
                  <a:schemeClr val="tx1">
                    <a:lumMod val="85000"/>
                    <a:lumOff val="15000"/>
                  </a:schemeClr>
                </a:solidFill>
                <a:latin typeface="Calibri" panose="020F0502020204030204" pitchFamily="34" charset="0"/>
                <a:cs typeface="Calibri" panose="020F0502020204030204" pitchFamily="34" charset="0"/>
              </a:defRPr>
            </a:lvl1pPr>
          </a:lstStyle>
          <a:p>
            <a:pPr lvl="0"/>
            <a:r>
              <a:rPr lang="en-US" altLang="ko-KR" dirty="0"/>
              <a:t>BASIC LAYOUT</a:t>
            </a:r>
          </a:p>
        </p:txBody>
      </p:sp>
    </p:spTree>
    <p:extLst>
      <p:ext uri="{BB962C8B-B14F-4D97-AF65-F5344CB8AC3E}">
        <p14:creationId xmlns:p14="http://schemas.microsoft.com/office/powerpoint/2010/main" val="1310287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a:defRPr lang="en-US" altLang="ko-KR" sz="4500" b="0" baseline="0" dirty="0">
                <a:solidFill>
                  <a:schemeClr val="tx1">
                    <a:lumMod val="85000"/>
                    <a:lumOff val="15000"/>
                  </a:schemeClr>
                </a:solidFill>
                <a:latin typeface="Calibri" panose="020F0502020204030204" pitchFamily="34" charset="0"/>
                <a:cs typeface="Calibri" panose="020F0502020204030204" pitchFamily="34" charset="0"/>
              </a:defRPr>
            </a:lvl1pPr>
          </a:lstStyle>
          <a:p>
            <a:pPr marL="0" lvl="0" indent="0" algn="ctr">
              <a:buNone/>
            </a:pPr>
            <a:r>
              <a:rPr lang="en-US" altLang="ko-KR" dirty="0"/>
              <a:t>BASIC LAYOUT</a:t>
            </a:r>
          </a:p>
        </p:txBody>
      </p:sp>
    </p:spTree>
    <p:extLst>
      <p:ext uri="{BB962C8B-B14F-4D97-AF65-F5344CB8AC3E}">
        <p14:creationId xmlns:p14="http://schemas.microsoft.com/office/powerpoint/2010/main" val="2784069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9917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7448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FA6D39-9DFD-4F67-94B9-4D1042BB365A}"/>
              </a:ext>
            </a:extLst>
          </p:cNvPr>
          <p:cNvSpPr/>
          <p:nvPr userDrawn="1"/>
        </p:nvSpPr>
        <p:spPr>
          <a:xfrm>
            <a:off x="0" y="0"/>
            <a:ext cx="12192000" cy="6858000"/>
          </a:xfrm>
          <a:prstGeom prst="rect">
            <a:avLst/>
          </a:prstGeom>
          <a:solidFill>
            <a:schemeClr val="bg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9227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C4437516-06DB-4972-90D9-3F56529C786D}"/>
              </a:ext>
            </a:extLst>
          </p:cNvPr>
          <p:cNvSpPr/>
          <p:nvPr userDrawn="1"/>
        </p:nvSpPr>
        <p:spPr>
          <a:xfrm>
            <a:off x="0" y="0"/>
            <a:ext cx="9569302" cy="6858000"/>
          </a:xfrm>
          <a:custGeom>
            <a:avLst/>
            <a:gdLst>
              <a:gd name="connsiteX0" fmla="*/ 0 w 9703610"/>
              <a:gd name="connsiteY0" fmla="*/ 0 h 6858000"/>
              <a:gd name="connsiteX1" fmla="*/ 5546070 w 9703610"/>
              <a:gd name="connsiteY1" fmla="*/ 0 h 6858000"/>
              <a:gd name="connsiteX2" fmla="*/ 9703610 w 9703610"/>
              <a:gd name="connsiteY2" fmla="*/ 6858000 h 6858000"/>
              <a:gd name="connsiteX3" fmla="*/ 0 w 970361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703610" h="6858000">
                <a:moveTo>
                  <a:pt x="0" y="0"/>
                </a:moveTo>
                <a:lnTo>
                  <a:pt x="5546070" y="0"/>
                </a:lnTo>
                <a:lnTo>
                  <a:pt x="9703610" y="6858000"/>
                </a:lnTo>
                <a:lnTo>
                  <a:pt x="0" y="6858000"/>
                </a:ln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4754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F246FC87-D219-463B-8334-E16E14819052}"/>
              </a:ext>
            </a:extLst>
          </p:cNvPr>
          <p:cNvSpPr>
            <a:spLocks noGrp="1"/>
          </p:cNvSpPr>
          <p:nvPr>
            <p:ph type="pic" idx="12" hasCustomPrompt="1"/>
          </p:nvPr>
        </p:nvSpPr>
        <p:spPr>
          <a:xfrm>
            <a:off x="9178591" y="1010532"/>
            <a:ext cx="2286000" cy="27432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3" name="Picture Placeholder 2">
            <a:extLst>
              <a:ext uri="{FF2B5EF4-FFF2-40B4-BE49-F238E27FC236}">
                <a16:creationId xmlns:a16="http://schemas.microsoft.com/office/drawing/2014/main" id="{608C9F45-5627-4842-A3EA-25038EF99EC8}"/>
              </a:ext>
            </a:extLst>
          </p:cNvPr>
          <p:cNvSpPr>
            <a:spLocks noGrp="1"/>
          </p:cNvSpPr>
          <p:nvPr>
            <p:ph type="pic" idx="13" hasCustomPrompt="1"/>
          </p:nvPr>
        </p:nvSpPr>
        <p:spPr>
          <a:xfrm>
            <a:off x="6186490" y="1010532"/>
            <a:ext cx="2286000" cy="27432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1179871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ayou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4E14D27-AD6A-4547-8A35-F0A6A7B2B893}"/>
              </a:ext>
            </a:extLst>
          </p:cNvPr>
          <p:cNvGrpSpPr/>
          <p:nvPr userDrawn="1"/>
        </p:nvGrpSpPr>
        <p:grpSpPr>
          <a:xfrm>
            <a:off x="739019" y="1801308"/>
            <a:ext cx="2251389" cy="4202048"/>
            <a:chOff x="3501573" y="3178068"/>
            <a:chExt cx="1340594" cy="2737840"/>
          </a:xfrm>
        </p:grpSpPr>
        <p:sp>
          <p:nvSpPr>
            <p:cNvPr id="4" name="Freeform: Shape 3">
              <a:extLst>
                <a:ext uri="{FF2B5EF4-FFF2-40B4-BE49-F238E27FC236}">
                  <a16:creationId xmlns:a16="http://schemas.microsoft.com/office/drawing/2014/main" id="{1FFFD2AF-5064-446A-95B2-FCACE1D003DC}"/>
                </a:ext>
              </a:extLst>
            </p:cNvPr>
            <p:cNvSpPr/>
            <p:nvPr/>
          </p:nvSpPr>
          <p:spPr>
            <a:xfrm>
              <a:off x="3504728" y="3612346"/>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8574" y="65246"/>
                    <a:pt x="15716" y="68104"/>
                    <a:pt x="12859" y="68104"/>
                  </a:cubicBezTo>
                  <a:close/>
                </a:path>
              </a:pathLst>
            </a:custGeom>
            <a:solidFill>
              <a:srgbClr val="808080"/>
            </a:solid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CED64445-B2E0-4D7E-8491-252F042F0F6D}"/>
                </a:ext>
              </a:extLst>
            </p:cNvPr>
            <p:cNvSpPr/>
            <p:nvPr/>
          </p:nvSpPr>
          <p:spPr>
            <a:xfrm>
              <a:off x="3501573" y="3832632"/>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8574" y="65246"/>
                    <a:pt x="15716" y="68104"/>
                    <a:pt x="12859" y="68104"/>
                  </a:cubicBezTo>
                  <a:close/>
                </a:path>
              </a:pathLst>
            </a:custGeom>
            <a:solidFill>
              <a:srgbClr val="808080"/>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BA429A64-82C5-47BC-985E-3FDFE804E532}"/>
                </a:ext>
              </a:extLst>
            </p:cNvPr>
            <p:cNvSpPr/>
            <p:nvPr/>
          </p:nvSpPr>
          <p:spPr>
            <a:xfrm>
              <a:off x="4776089" y="3829487"/>
              <a:ext cx="62939" cy="220286"/>
            </a:xfrm>
            <a:custGeom>
              <a:avLst/>
              <a:gdLst>
                <a:gd name="connsiteX0" fmla="*/ 12859 w 19050"/>
                <a:gd name="connsiteY0" fmla="*/ 68104 h 66675"/>
                <a:gd name="connsiteX1" fmla="*/ 12859 w 19050"/>
                <a:gd name="connsiteY1" fmla="*/ 68104 h 66675"/>
                <a:gd name="connsiteX2" fmla="*/ 7144 w 19050"/>
                <a:gd name="connsiteY2" fmla="*/ 62389 h 66675"/>
                <a:gd name="connsiteX3" fmla="*/ 7144 w 19050"/>
                <a:gd name="connsiteY3" fmla="*/ 12859 h 66675"/>
                <a:gd name="connsiteX4" fmla="*/ 12859 w 19050"/>
                <a:gd name="connsiteY4" fmla="*/ 7144 h 66675"/>
                <a:gd name="connsiteX5" fmla="*/ 12859 w 19050"/>
                <a:gd name="connsiteY5" fmla="*/ 7144 h 66675"/>
                <a:gd name="connsiteX6" fmla="*/ 18574 w 19050"/>
                <a:gd name="connsiteY6" fmla="*/ 12859 h 66675"/>
                <a:gd name="connsiteX7" fmla="*/ 18574 w 19050"/>
                <a:gd name="connsiteY7" fmla="*/ 62389 h 66675"/>
                <a:gd name="connsiteX8" fmla="*/ 12859 w 19050"/>
                <a:gd name="connsiteY8" fmla="*/ 6810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66675">
                  <a:moveTo>
                    <a:pt x="12859" y="68104"/>
                  </a:moveTo>
                  <a:lnTo>
                    <a:pt x="12859" y="68104"/>
                  </a:lnTo>
                  <a:cubicBezTo>
                    <a:pt x="10001" y="68104"/>
                    <a:pt x="7144" y="65246"/>
                    <a:pt x="7144" y="62389"/>
                  </a:cubicBezTo>
                  <a:lnTo>
                    <a:pt x="7144" y="12859"/>
                  </a:lnTo>
                  <a:cubicBezTo>
                    <a:pt x="7144" y="10001"/>
                    <a:pt x="10001" y="7144"/>
                    <a:pt x="12859" y="7144"/>
                  </a:cubicBezTo>
                  <a:lnTo>
                    <a:pt x="12859" y="7144"/>
                  </a:lnTo>
                  <a:cubicBezTo>
                    <a:pt x="15716" y="7144"/>
                    <a:pt x="18574" y="10001"/>
                    <a:pt x="18574" y="12859"/>
                  </a:cubicBezTo>
                  <a:lnTo>
                    <a:pt x="18574" y="62389"/>
                  </a:lnTo>
                  <a:cubicBezTo>
                    <a:pt x="19526" y="65246"/>
                    <a:pt x="16669" y="68104"/>
                    <a:pt x="12859" y="68104"/>
                  </a:cubicBezTo>
                  <a:close/>
                </a:path>
              </a:pathLst>
            </a:custGeom>
            <a:solidFill>
              <a:srgbClr val="808080"/>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D8DF180B-C394-4B18-8CF3-2228F33ED174}"/>
                </a:ext>
              </a:extLst>
            </p:cNvPr>
            <p:cNvSpPr/>
            <p:nvPr/>
          </p:nvSpPr>
          <p:spPr>
            <a:xfrm>
              <a:off x="3520451" y="3178068"/>
              <a:ext cx="1321716" cy="2737840"/>
            </a:xfrm>
            <a:custGeom>
              <a:avLst/>
              <a:gdLst>
                <a:gd name="connsiteX0" fmla="*/ 350044 w 400050"/>
                <a:gd name="connsiteY0" fmla="*/ 7144 h 828675"/>
                <a:gd name="connsiteX1" fmla="*/ 53816 w 400050"/>
                <a:gd name="connsiteY1" fmla="*/ 7144 h 828675"/>
                <a:gd name="connsiteX2" fmla="*/ 7144 w 400050"/>
                <a:gd name="connsiteY2" fmla="*/ 53816 h 828675"/>
                <a:gd name="connsiteX3" fmla="*/ 7144 w 400050"/>
                <a:gd name="connsiteY3" fmla="*/ 781526 h 828675"/>
                <a:gd name="connsiteX4" fmla="*/ 53816 w 400050"/>
                <a:gd name="connsiteY4" fmla="*/ 828199 h 828675"/>
                <a:gd name="connsiteX5" fmla="*/ 350044 w 400050"/>
                <a:gd name="connsiteY5" fmla="*/ 828199 h 828675"/>
                <a:gd name="connsiteX6" fmla="*/ 396716 w 400050"/>
                <a:gd name="connsiteY6" fmla="*/ 781526 h 828675"/>
                <a:gd name="connsiteX7" fmla="*/ 396716 w 400050"/>
                <a:gd name="connsiteY7" fmla="*/ 53816 h 828675"/>
                <a:gd name="connsiteX8" fmla="*/ 350044 w 400050"/>
                <a:gd name="connsiteY8" fmla="*/ 7144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050" h="828675">
                  <a:moveTo>
                    <a:pt x="350044" y="7144"/>
                  </a:moveTo>
                  <a:lnTo>
                    <a:pt x="53816" y="7144"/>
                  </a:lnTo>
                  <a:cubicBezTo>
                    <a:pt x="28099" y="7144"/>
                    <a:pt x="7144" y="28099"/>
                    <a:pt x="7144" y="53816"/>
                  </a:cubicBezTo>
                  <a:lnTo>
                    <a:pt x="7144" y="781526"/>
                  </a:lnTo>
                  <a:cubicBezTo>
                    <a:pt x="7144" y="807244"/>
                    <a:pt x="28099" y="828199"/>
                    <a:pt x="53816" y="828199"/>
                  </a:cubicBezTo>
                  <a:lnTo>
                    <a:pt x="350044" y="828199"/>
                  </a:lnTo>
                  <a:cubicBezTo>
                    <a:pt x="375761" y="828199"/>
                    <a:pt x="396716" y="807244"/>
                    <a:pt x="396716" y="781526"/>
                  </a:cubicBezTo>
                  <a:lnTo>
                    <a:pt x="396716" y="53816"/>
                  </a:lnTo>
                  <a:cubicBezTo>
                    <a:pt x="396716" y="28099"/>
                    <a:pt x="375761" y="7144"/>
                    <a:pt x="350044" y="7144"/>
                  </a:cubicBezTo>
                  <a:close/>
                </a:path>
              </a:pathLst>
            </a:custGeom>
            <a:solidFill>
              <a:srgbClr val="808080"/>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8B1C391E-60EC-4442-81F5-E5BD8E5FB94B}"/>
                </a:ext>
              </a:extLst>
            </p:cNvPr>
            <p:cNvSpPr/>
            <p:nvPr/>
          </p:nvSpPr>
          <p:spPr>
            <a:xfrm>
              <a:off x="3529897" y="3190652"/>
              <a:ext cx="1290246" cy="2706371"/>
            </a:xfrm>
            <a:custGeom>
              <a:avLst/>
              <a:gdLst>
                <a:gd name="connsiteX0" fmla="*/ 345281 w 390525"/>
                <a:gd name="connsiteY0" fmla="*/ 7144 h 819150"/>
                <a:gd name="connsiteX1" fmla="*/ 52864 w 390525"/>
                <a:gd name="connsiteY1" fmla="*/ 7144 h 819150"/>
                <a:gd name="connsiteX2" fmla="*/ 7144 w 390525"/>
                <a:gd name="connsiteY2" fmla="*/ 52864 h 819150"/>
                <a:gd name="connsiteX3" fmla="*/ 7144 w 390525"/>
                <a:gd name="connsiteY3" fmla="*/ 772954 h 819150"/>
                <a:gd name="connsiteX4" fmla="*/ 52864 w 390525"/>
                <a:gd name="connsiteY4" fmla="*/ 818674 h 819150"/>
                <a:gd name="connsiteX5" fmla="*/ 345281 w 390525"/>
                <a:gd name="connsiteY5" fmla="*/ 818674 h 819150"/>
                <a:gd name="connsiteX6" fmla="*/ 391001 w 390525"/>
                <a:gd name="connsiteY6" fmla="*/ 772954 h 819150"/>
                <a:gd name="connsiteX7" fmla="*/ 391001 w 390525"/>
                <a:gd name="connsiteY7" fmla="*/ 52864 h 819150"/>
                <a:gd name="connsiteX8" fmla="*/ 345281 w 390525"/>
                <a:gd name="connsiteY8" fmla="*/ 7144 h 8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19150">
                  <a:moveTo>
                    <a:pt x="345281" y="7144"/>
                  </a:moveTo>
                  <a:lnTo>
                    <a:pt x="52864" y="7144"/>
                  </a:lnTo>
                  <a:cubicBezTo>
                    <a:pt x="27146" y="7144"/>
                    <a:pt x="7144" y="27146"/>
                    <a:pt x="7144" y="52864"/>
                  </a:cubicBezTo>
                  <a:lnTo>
                    <a:pt x="7144" y="772954"/>
                  </a:lnTo>
                  <a:cubicBezTo>
                    <a:pt x="7144" y="798671"/>
                    <a:pt x="27146" y="818674"/>
                    <a:pt x="52864" y="818674"/>
                  </a:cubicBezTo>
                  <a:lnTo>
                    <a:pt x="345281" y="818674"/>
                  </a:lnTo>
                  <a:cubicBezTo>
                    <a:pt x="370999" y="818674"/>
                    <a:pt x="391001" y="798671"/>
                    <a:pt x="391001" y="772954"/>
                  </a:cubicBezTo>
                  <a:lnTo>
                    <a:pt x="391001" y="52864"/>
                  </a:lnTo>
                  <a:cubicBezTo>
                    <a:pt x="391001" y="28099"/>
                    <a:pt x="370046" y="7144"/>
                    <a:pt x="345281" y="7144"/>
                  </a:cubicBezTo>
                  <a:close/>
                </a:path>
              </a:pathLst>
            </a:custGeom>
            <a:solidFill>
              <a:srgbClr val="1A1A1A"/>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1042DFF-AC0C-4A34-B83D-F94290F8566A}"/>
                </a:ext>
              </a:extLst>
            </p:cNvPr>
            <p:cNvSpPr/>
            <p:nvPr/>
          </p:nvSpPr>
          <p:spPr>
            <a:xfrm>
              <a:off x="3627447" y="3596610"/>
              <a:ext cx="1101430" cy="1951104"/>
            </a:xfrm>
            <a:custGeom>
              <a:avLst/>
              <a:gdLst>
                <a:gd name="connsiteX0" fmla="*/ 7144 w 333375"/>
                <a:gd name="connsiteY0" fmla="*/ 7144 h 590550"/>
                <a:gd name="connsiteX1" fmla="*/ 331946 w 333375"/>
                <a:gd name="connsiteY1" fmla="*/ 7144 h 590550"/>
                <a:gd name="connsiteX2" fmla="*/ 331946 w 333375"/>
                <a:gd name="connsiteY2" fmla="*/ 586264 h 590550"/>
                <a:gd name="connsiteX3" fmla="*/ 7144 w 333375"/>
                <a:gd name="connsiteY3" fmla="*/ 586264 h 590550"/>
              </a:gdLst>
              <a:ahLst/>
              <a:cxnLst>
                <a:cxn ang="0">
                  <a:pos x="connsiteX0" y="connsiteY0"/>
                </a:cxn>
                <a:cxn ang="0">
                  <a:pos x="connsiteX1" y="connsiteY1"/>
                </a:cxn>
                <a:cxn ang="0">
                  <a:pos x="connsiteX2" y="connsiteY2"/>
                </a:cxn>
                <a:cxn ang="0">
                  <a:pos x="connsiteX3" y="connsiteY3"/>
                </a:cxn>
              </a:cxnLst>
              <a:rect l="l" t="t" r="r" b="b"/>
              <a:pathLst>
                <a:path w="333375" h="590550">
                  <a:moveTo>
                    <a:pt x="7144" y="7144"/>
                  </a:moveTo>
                  <a:lnTo>
                    <a:pt x="331946" y="7144"/>
                  </a:lnTo>
                  <a:lnTo>
                    <a:pt x="331946" y="586264"/>
                  </a:lnTo>
                  <a:lnTo>
                    <a:pt x="7144" y="586264"/>
                  </a:lnTo>
                  <a:close/>
                </a:path>
              </a:pathLst>
            </a:custGeom>
            <a:solidFill>
              <a:schemeClr val="bg1">
                <a:lumMod val="95000"/>
              </a:schemeClr>
            </a:solidFill>
            <a:ln w="9525" cap="flat">
              <a:noFill/>
              <a:prstDash val="solid"/>
              <a:miter/>
            </a:ln>
          </p:spPr>
          <p:txBody>
            <a:bodyPr rtlCol="0" anchor="ctr"/>
            <a:lstStyle/>
            <a:p>
              <a:endParaRPr lang="en-US" dirty="0"/>
            </a:p>
          </p:txBody>
        </p:sp>
        <p:grpSp>
          <p:nvGrpSpPr>
            <p:cNvPr id="10" name="Group 9">
              <a:extLst>
                <a:ext uri="{FF2B5EF4-FFF2-40B4-BE49-F238E27FC236}">
                  <a16:creationId xmlns:a16="http://schemas.microsoft.com/office/drawing/2014/main" id="{4033404E-34F2-4512-89D1-3226AA01335F}"/>
                </a:ext>
              </a:extLst>
            </p:cNvPr>
            <p:cNvGrpSpPr/>
            <p:nvPr/>
          </p:nvGrpSpPr>
          <p:grpSpPr>
            <a:xfrm>
              <a:off x="4088508" y="5635852"/>
              <a:ext cx="173080" cy="173080"/>
              <a:chOff x="6768665" y="6038214"/>
              <a:chExt cx="147968" cy="147968"/>
            </a:xfrm>
          </p:grpSpPr>
          <p:sp>
            <p:nvSpPr>
              <p:cNvPr id="14" name="Oval 13">
                <a:extLst>
                  <a:ext uri="{FF2B5EF4-FFF2-40B4-BE49-F238E27FC236}">
                    <a16:creationId xmlns:a16="http://schemas.microsoft.com/office/drawing/2014/main" id="{C419DFAD-C059-430D-B51F-48079403ED7B}"/>
                  </a:ext>
                </a:extLst>
              </p:cNvPr>
              <p:cNvSpPr/>
              <p:nvPr/>
            </p:nvSpPr>
            <p:spPr>
              <a:xfrm>
                <a:off x="6768665" y="6038214"/>
                <a:ext cx="147968" cy="14796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BAE4FA9-2632-4576-9E0A-CDF8B2A15BA5}"/>
                  </a:ext>
                </a:extLst>
              </p:cNvPr>
              <p:cNvSpPr/>
              <p:nvPr/>
            </p:nvSpPr>
            <p:spPr>
              <a:xfrm>
                <a:off x="6802088" y="6071634"/>
                <a:ext cx="81180" cy="8118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reeform: Shape 10">
              <a:extLst>
                <a:ext uri="{FF2B5EF4-FFF2-40B4-BE49-F238E27FC236}">
                  <a16:creationId xmlns:a16="http://schemas.microsoft.com/office/drawing/2014/main" id="{4B70F8A7-6A5E-4962-A676-F6F37304642E}"/>
                </a:ext>
              </a:extLst>
            </p:cNvPr>
            <p:cNvSpPr/>
            <p:nvPr/>
          </p:nvSpPr>
          <p:spPr>
            <a:xfrm>
              <a:off x="3821102" y="3628406"/>
              <a:ext cx="906450" cy="1887518"/>
            </a:xfrm>
            <a:custGeom>
              <a:avLst/>
              <a:gdLst>
                <a:gd name="connsiteX0" fmla="*/ 614149 w 1119116"/>
                <a:gd name="connsiteY0" fmla="*/ 0 h 2330356"/>
                <a:gd name="connsiteX1" fmla="*/ 1115704 w 1119116"/>
                <a:gd name="connsiteY1" fmla="*/ 6824 h 2330356"/>
                <a:gd name="connsiteX2" fmla="*/ 1119116 w 1119116"/>
                <a:gd name="connsiteY2" fmla="*/ 2330356 h 2330356"/>
                <a:gd name="connsiteX3" fmla="*/ 0 w 1119116"/>
                <a:gd name="connsiteY3" fmla="*/ 2330356 h 2330356"/>
                <a:gd name="connsiteX4" fmla="*/ 614149 w 1119116"/>
                <a:gd name="connsiteY4" fmla="*/ 0 h 2330356"/>
                <a:gd name="connsiteX0" fmla="*/ 614149 w 1119116"/>
                <a:gd name="connsiteY0" fmla="*/ 0 h 2330356"/>
                <a:gd name="connsiteX1" fmla="*/ 1115704 w 1119116"/>
                <a:gd name="connsiteY1" fmla="*/ 3412 h 2330356"/>
                <a:gd name="connsiteX2" fmla="*/ 1119116 w 1119116"/>
                <a:gd name="connsiteY2" fmla="*/ 2330356 h 2330356"/>
                <a:gd name="connsiteX3" fmla="*/ 0 w 1119116"/>
                <a:gd name="connsiteY3" fmla="*/ 2330356 h 2330356"/>
                <a:gd name="connsiteX4" fmla="*/ 614149 w 1119116"/>
                <a:gd name="connsiteY4" fmla="*/ 0 h 233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116" h="233035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10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12" name="Rectangle: Rounded Corners 11">
              <a:extLst>
                <a:ext uri="{FF2B5EF4-FFF2-40B4-BE49-F238E27FC236}">
                  <a16:creationId xmlns:a16="http://schemas.microsoft.com/office/drawing/2014/main" id="{FE8FB11B-C9EA-4E18-89D9-555C50D3B3E9}"/>
                </a:ext>
              </a:extLst>
            </p:cNvPr>
            <p:cNvSpPr/>
            <p:nvPr/>
          </p:nvSpPr>
          <p:spPr>
            <a:xfrm>
              <a:off x="4058661" y="3449093"/>
              <a:ext cx="254255" cy="58393"/>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55F62B4-2F6F-4328-9162-DF7E3A0CF7C4}"/>
                </a:ext>
              </a:extLst>
            </p:cNvPr>
            <p:cNvSpPr/>
            <p:nvPr/>
          </p:nvSpPr>
          <p:spPr>
            <a:xfrm>
              <a:off x="3922825" y="3449093"/>
              <a:ext cx="58393" cy="58393"/>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Picture Placeholder 2">
            <a:extLst>
              <a:ext uri="{FF2B5EF4-FFF2-40B4-BE49-F238E27FC236}">
                <a16:creationId xmlns:a16="http://schemas.microsoft.com/office/drawing/2014/main" id="{FC596008-C53D-454F-8BCC-25C7C09986FE}"/>
              </a:ext>
            </a:extLst>
          </p:cNvPr>
          <p:cNvSpPr>
            <a:spLocks noGrp="1"/>
          </p:cNvSpPr>
          <p:nvPr>
            <p:ph type="pic" idx="13" hasCustomPrompt="1"/>
          </p:nvPr>
        </p:nvSpPr>
        <p:spPr>
          <a:xfrm>
            <a:off x="989494" y="2484310"/>
            <a:ext cx="1808430" cy="2953939"/>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17" name="Freeform: Shape 16">
            <a:extLst>
              <a:ext uri="{FF2B5EF4-FFF2-40B4-BE49-F238E27FC236}">
                <a16:creationId xmlns:a16="http://schemas.microsoft.com/office/drawing/2014/main" id="{265DD979-30EE-452B-BD97-08E76F947DDC}"/>
              </a:ext>
            </a:extLst>
          </p:cNvPr>
          <p:cNvSpPr/>
          <p:nvPr userDrawn="1"/>
        </p:nvSpPr>
        <p:spPr>
          <a:xfrm rot="1200000">
            <a:off x="-311854" y="-189268"/>
            <a:ext cx="714157" cy="2226584"/>
          </a:xfrm>
          <a:custGeom>
            <a:avLst/>
            <a:gdLst>
              <a:gd name="connsiteX0" fmla="*/ 622717 w 714157"/>
              <a:gd name="connsiteY0" fmla="*/ 33281 h 2226584"/>
              <a:gd name="connsiteX1" fmla="*/ 714157 w 714157"/>
              <a:gd name="connsiteY1" fmla="*/ 0 h 2226584"/>
              <a:gd name="connsiteX2" fmla="*/ 714157 w 714157"/>
              <a:gd name="connsiteY2" fmla="*/ 2226584 h 2226584"/>
              <a:gd name="connsiteX3" fmla="*/ 622717 w 714157"/>
              <a:gd name="connsiteY3" fmla="*/ 1975355 h 2226584"/>
              <a:gd name="connsiteX4" fmla="*/ 329492 w 714157"/>
              <a:gd name="connsiteY4" fmla="*/ 140006 h 2226584"/>
              <a:gd name="connsiteX5" fmla="*/ 329492 w 714157"/>
              <a:gd name="connsiteY5" fmla="*/ 1169726 h 2226584"/>
              <a:gd name="connsiteX6" fmla="*/ 238052 w 714157"/>
              <a:gd name="connsiteY6" fmla="*/ 918496 h 2226584"/>
              <a:gd name="connsiteX7" fmla="*/ 238052 w 714157"/>
              <a:gd name="connsiteY7" fmla="*/ 173288 h 2226584"/>
              <a:gd name="connsiteX8" fmla="*/ 567544 w 714157"/>
              <a:gd name="connsiteY8" fmla="*/ 53362 h 2226584"/>
              <a:gd name="connsiteX9" fmla="*/ 567544 w 714157"/>
              <a:gd name="connsiteY9" fmla="*/ 1823768 h 2226584"/>
              <a:gd name="connsiteX10" fmla="*/ 384664 w 714157"/>
              <a:gd name="connsiteY10" fmla="*/ 1321310 h 2226584"/>
              <a:gd name="connsiteX11" fmla="*/ 384664 w 714157"/>
              <a:gd name="connsiteY11" fmla="*/ 119925 h 2226584"/>
              <a:gd name="connsiteX12" fmla="*/ 0 w 714157"/>
              <a:gd name="connsiteY12" fmla="*/ 259931 h 2226584"/>
              <a:gd name="connsiteX13" fmla="*/ 182880 w 714157"/>
              <a:gd name="connsiteY13" fmla="*/ 193369 h 2226584"/>
              <a:gd name="connsiteX14" fmla="*/ 182880 w 714157"/>
              <a:gd name="connsiteY14" fmla="*/ 766913 h 2226584"/>
              <a:gd name="connsiteX15" fmla="*/ 0 w 714157"/>
              <a:gd name="connsiteY15" fmla="*/ 264454 h 222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157" h="2226584">
                <a:moveTo>
                  <a:pt x="622717" y="33281"/>
                </a:moveTo>
                <a:lnTo>
                  <a:pt x="714157" y="0"/>
                </a:lnTo>
                <a:lnTo>
                  <a:pt x="714157" y="2226584"/>
                </a:lnTo>
                <a:lnTo>
                  <a:pt x="622717" y="1975355"/>
                </a:lnTo>
                <a:close/>
                <a:moveTo>
                  <a:pt x="329492" y="140006"/>
                </a:moveTo>
                <a:lnTo>
                  <a:pt x="329492" y="1169726"/>
                </a:lnTo>
                <a:lnTo>
                  <a:pt x="238052" y="918496"/>
                </a:lnTo>
                <a:lnTo>
                  <a:pt x="238052" y="173288"/>
                </a:lnTo>
                <a:close/>
                <a:moveTo>
                  <a:pt x="567544" y="53362"/>
                </a:moveTo>
                <a:lnTo>
                  <a:pt x="567544" y="1823768"/>
                </a:lnTo>
                <a:lnTo>
                  <a:pt x="384664" y="1321310"/>
                </a:lnTo>
                <a:lnTo>
                  <a:pt x="384664" y="119925"/>
                </a:lnTo>
                <a:close/>
                <a:moveTo>
                  <a:pt x="0" y="259931"/>
                </a:moveTo>
                <a:lnTo>
                  <a:pt x="182880" y="193369"/>
                </a:lnTo>
                <a:lnTo>
                  <a:pt x="182880" y="766913"/>
                </a:lnTo>
                <a:lnTo>
                  <a:pt x="0" y="26445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9">
            <a:extLst>
              <a:ext uri="{FF2B5EF4-FFF2-40B4-BE49-F238E27FC236}">
                <a16:creationId xmlns:a16="http://schemas.microsoft.com/office/drawing/2014/main" id="{AEF8B7ED-1A1F-4CDE-83D3-C519FA544650}"/>
              </a:ext>
            </a:extLst>
          </p:cNvPr>
          <p:cNvSpPr>
            <a:spLocks noGrp="1"/>
          </p:cNvSpPr>
          <p:nvPr>
            <p:ph type="body" sz="quarter" idx="10" hasCustomPrompt="1"/>
          </p:nvPr>
        </p:nvSpPr>
        <p:spPr>
          <a:xfrm>
            <a:off x="323529" y="339509"/>
            <a:ext cx="11573197" cy="724247"/>
          </a:xfrm>
          <a:prstGeom prst="rect">
            <a:avLst/>
          </a:prstGeom>
        </p:spPr>
        <p:txBody>
          <a:bodyPr anchor="ctr"/>
          <a:lstStyle>
            <a:lvl1pPr>
              <a:defRPr lang="en-US" altLang="ko-KR" sz="4500" b="0" baseline="0" dirty="0">
                <a:solidFill>
                  <a:schemeClr val="tx1">
                    <a:lumMod val="85000"/>
                    <a:lumOff val="15000"/>
                  </a:schemeClr>
                </a:solidFill>
                <a:latin typeface="Calibri" panose="020F0502020204030204" pitchFamily="34" charset="0"/>
                <a:cs typeface="Calibri" panose="020F0502020204030204" pitchFamily="34" charset="0"/>
              </a:defRPr>
            </a:lvl1pPr>
          </a:lstStyle>
          <a:p>
            <a:pPr marL="0" lvl="0" indent="0" algn="ctr">
              <a:buNone/>
            </a:pPr>
            <a:r>
              <a:rPr lang="en-US" altLang="ko-KR" dirty="0"/>
              <a:t>BASIC LAYOUT</a:t>
            </a:r>
          </a:p>
        </p:txBody>
      </p:sp>
    </p:spTree>
    <p:extLst>
      <p:ext uri="{BB962C8B-B14F-4D97-AF65-F5344CB8AC3E}">
        <p14:creationId xmlns:p14="http://schemas.microsoft.com/office/powerpoint/2010/main" val="2907130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 Layou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265DD979-30EE-452B-BD97-08E76F947DDC}"/>
              </a:ext>
            </a:extLst>
          </p:cNvPr>
          <p:cNvSpPr/>
          <p:nvPr userDrawn="1"/>
        </p:nvSpPr>
        <p:spPr>
          <a:xfrm rot="1200000">
            <a:off x="-311854" y="-189268"/>
            <a:ext cx="714157" cy="2226584"/>
          </a:xfrm>
          <a:custGeom>
            <a:avLst/>
            <a:gdLst>
              <a:gd name="connsiteX0" fmla="*/ 622717 w 714157"/>
              <a:gd name="connsiteY0" fmla="*/ 33281 h 2226584"/>
              <a:gd name="connsiteX1" fmla="*/ 714157 w 714157"/>
              <a:gd name="connsiteY1" fmla="*/ 0 h 2226584"/>
              <a:gd name="connsiteX2" fmla="*/ 714157 w 714157"/>
              <a:gd name="connsiteY2" fmla="*/ 2226584 h 2226584"/>
              <a:gd name="connsiteX3" fmla="*/ 622717 w 714157"/>
              <a:gd name="connsiteY3" fmla="*/ 1975355 h 2226584"/>
              <a:gd name="connsiteX4" fmla="*/ 329492 w 714157"/>
              <a:gd name="connsiteY4" fmla="*/ 140006 h 2226584"/>
              <a:gd name="connsiteX5" fmla="*/ 329492 w 714157"/>
              <a:gd name="connsiteY5" fmla="*/ 1169726 h 2226584"/>
              <a:gd name="connsiteX6" fmla="*/ 238052 w 714157"/>
              <a:gd name="connsiteY6" fmla="*/ 918496 h 2226584"/>
              <a:gd name="connsiteX7" fmla="*/ 238052 w 714157"/>
              <a:gd name="connsiteY7" fmla="*/ 173288 h 2226584"/>
              <a:gd name="connsiteX8" fmla="*/ 567544 w 714157"/>
              <a:gd name="connsiteY8" fmla="*/ 53362 h 2226584"/>
              <a:gd name="connsiteX9" fmla="*/ 567544 w 714157"/>
              <a:gd name="connsiteY9" fmla="*/ 1823768 h 2226584"/>
              <a:gd name="connsiteX10" fmla="*/ 384664 w 714157"/>
              <a:gd name="connsiteY10" fmla="*/ 1321310 h 2226584"/>
              <a:gd name="connsiteX11" fmla="*/ 384664 w 714157"/>
              <a:gd name="connsiteY11" fmla="*/ 119925 h 2226584"/>
              <a:gd name="connsiteX12" fmla="*/ 0 w 714157"/>
              <a:gd name="connsiteY12" fmla="*/ 259931 h 2226584"/>
              <a:gd name="connsiteX13" fmla="*/ 182880 w 714157"/>
              <a:gd name="connsiteY13" fmla="*/ 193369 h 2226584"/>
              <a:gd name="connsiteX14" fmla="*/ 182880 w 714157"/>
              <a:gd name="connsiteY14" fmla="*/ 766913 h 2226584"/>
              <a:gd name="connsiteX15" fmla="*/ 0 w 714157"/>
              <a:gd name="connsiteY15" fmla="*/ 264454 h 222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157" h="2226584">
                <a:moveTo>
                  <a:pt x="622717" y="33281"/>
                </a:moveTo>
                <a:lnTo>
                  <a:pt x="714157" y="0"/>
                </a:lnTo>
                <a:lnTo>
                  <a:pt x="714157" y="2226584"/>
                </a:lnTo>
                <a:lnTo>
                  <a:pt x="622717" y="1975355"/>
                </a:lnTo>
                <a:close/>
                <a:moveTo>
                  <a:pt x="329492" y="140006"/>
                </a:moveTo>
                <a:lnTo>
                  <a:pt x="329492" y="1169726"/>
                </a:lnTo>
                <a:lnTo>
                  <a:pt x="238052" y="918496"/>
                </a:lnTo>
                <a:lnTo>
                  <a:pt x="238052" y="173288"/>
                </a:lnTo>
                <a:close/>
                <a:moveTo>
                  <a:pt x="567544" y="53362"/>
                </a:moveTo>
                <a:lnTo>
                  <a:pt x="567544" y="1823768"/>
                </a:lnTo>
                <a:lnTo>
                  <a:pt x="384664" y="1321310"/>
                </a:lnTo>
                <a:lnTo>
                  <a:pt x="384664" y="119925"/>
                </a:lnTo>
                <a:close/>
                <a:moveTo>
                  <a:pt x="0" y="259931"/>
                </a:moveTo>
                <a:lnTo>
                  <a:pt x="182880" y="193369"/>
                </a:lnTo>
                <a:lnTo>
                  <a:pt x="182880" y="766913"/>
                </a:lnTo>
                <a:lnTo>
                  <a:pt x="0" y="26445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9">
            <a:extLst>
              <a:ext uri="{FF2B5EF4-FFF2-40B4-BE49-F238E27FC236}">
                <a16:creationId xmlns:a16="http://schemas.microsoft.com/office/drawing/2014/main" id="{AEF8B7ED-1A1F-4CDE-83D3-C519FA544650}"/>
              </a:ext>
            </a:extLst>
          </p:cNvPr>
          <p:cNvSpPr>
            <a:spLocks noGrp="1"/>
          </p:cNvSpPr>
          <p:nvPr>
            <p:ph type="body" sz="quarter" idx="10" hasCustomPrompt="1"/>
          </p:nvPr>
        </p:nvSpPr>
        <p:spPr>
          <a:xfrm>
            <a:off x="323529" y="339509"/>
            <a:ext cx="11573197" cy="724247"/>
          </a:xfrm>
          <a:prstGeom prst="rect">
            <a:avLst/>
          </a:prstGeom>
        </p:spPr>
        <p:txBody>
          <a:bodyPr anchor="ctr"/>
          <a:lstStyle>
            <a:lvl1pPr>
              <a:defRPr lang="en-US" altLang="ko-KR" sz="4500" b="0" baseline="0" dirty="0">
                <a:solidFill>
                  <a:schemeClr val="tx1">
                    <a:lumMod val="85000"/>
                    <a:lumOff val="15000"/>
                  </a:schemeClr>
                </a:solidFill>
                <a:latin typeface="Calibri" panose="020F0502020204030204" pitchFamily="34" charset="0"/>
                <a:cs typeface="Calibri" panose="020F0502020204030204" pitchFamily="34" charset="0"/>
              </a:defRPr>
            </a:lvl1pPr>
          </a:lstStyle>
          <a:p>
            <a:pPr marL="0" lvl="0" indent="0" algn="ctr">
              <a:buNone/>
            </a:pPr>
            <a:r>
              <a:rPr lang="en-US" altLang="ko-KR" dirty="0"/>
              <a:t>BASIC LAYOUT</a:t>
            </a:r>
          </a:p>
        </p:txBody>
      </p:sp>
      <p:grpSp>
        <p:nvGrpSpPr>
          <p:cNvPr id="22" name="Group 21">
            <a:extLst>
              <a:ext uri="{FF2B5EF4-FFF2-40B4-BE49-F238E27FC236}">
                <a16:creationId xmlns:a16="http://schemas.microsoft.com/office/drawing/2014/main" id="{A06CCA5E-451F-4542-B206-D2D13583114C}"/>
              </a:ext>
            </a:extLst>
          </p:cNvPr>
          <p:cNvGrpSpPr/>
          <p:nvPr userDrawn="1"/>
        </p:nvGrpSpPr>
        <p:grpSpPr>
          <a:xfrm>
            <a:off x="758507" y="2603862"/>
            <a:ext cx="5920691" cy="3565483"/>
            <a:chOff x="4098364" y="1571764"/>
            <a:chExt cx="7301609" cy="4397082"/>
          </a:xfrm>
        </p:grpSpPr>
        <p:grpSp>
          <p:nvGrpSpPr>
            <p:cNvPr id="23" name="Graphic 55">
              <a:extLst>
                <a:ext uri="{FF2B5EF4-FFF2-40B4-BE49-F238E27FC236}">
                  <a16:creationId xmlns:a16="http://schemas.microsoft.com/office/drawing/2014/main" id="{C49AFA94-CB02-406A-B68E-76F7985C97D6}"/>
                </a:ext>
              </a:extLst>
            </p:cNvPr>
            <p:cNvGrpSpPr/>
            <p:nvPr/>
          </p:nvGrpSpPr>
          <p:grpSpPr>
            <a:xfrm>
              <a:off x="4910815" y="1571764"/>
              <a:ext cx="5616422" cy="3644404"/>
              <a:chOff x="5769768" y="3217068"/>
              <a:chExt cx="651510" cy="422754"/>
            </a:xfrm>
          </p:grpSpPr>
          <p:sp>
            <p:nvSpPr>
              <p:cNvPr id="48" name="Freeform: Shape 47">
                <a:extLst>
                  <a:ext uri="{FF2B5EF4-FFF2-40B4-BE49-F238E27FC236}">
                    <a16:creationId xmlns:a16="http://schemas.microsoft.com/office/drawing/2014/main" id="{05F19F3B-FACD-4743-81B8-DE3B3FC0991C}"/>
                  </a:ext>
                </a:extLst>
              </p:cNvPr>
              <p:cNvSpPr/>
              <p:nvPr/>
            </p:nvSpPr>
            <p:spPr>
              <a:xfrm>
                <a:off x="5769768" y="3217068"/>
                <a:ext cx="647700" cy="419100"/>
              </a:xfrm>
              <a:custGeom>
                <a:avLst/>
                <a:gdLst>
                  <a:gd name="connsiteX0" fmla="*/ 639604 w 647700"/>
                  <a:gd name="connsiteY0" fmla="*/ 417671 h 419100"/>
                  <a:gd name="connsiteX1" fmla="*/ 14764 w 647700"/>
                  <a:gd name="connsiteY1" fmla="*/ 417671 h 419100"/>
                  <a:gd name="connsiteX2" fmla="*/ 7144 w 647700"/>
                  <a:gd name="connsiteY2" fmla="*/ 410051 h 419100"/>
                  <a:gd name="connsiteX3" fmla="*/ 7144 w 647700"/>
                  <a:gd name="connsiteY3" fmla="*/ 38576 h 419100"/>
                  <a:gd name="connsiteX4" fmla="*/ 37624 w 647700"/>
                  <a:gd name="connsiteY4" fmla="*/ 7144 h 419100"/>
                  <a:gd name="connsiteX5" fmla="*/ 616744 w 647700"/>
                  <a:gd name="connsiteY5" fmla="*/ 7144 h 419100"/>
                  <a:gd name="connsiteX6" fmla="*/ 647224 w 647700"/>
                  <a:gd name="connsiteY6" fmla="*/ 37624 h 419100"/>
                  <a:gd name="connsiteX7" fmla="*/ 647224 w 647700"/>
                  <a:gd name="connsiteY7" fmla="*/ 409099 h 419100"/>
                  <a:gd name="connsiteX8" fmla="*/ 639604 w 647700"/>
                  <a:gd name="connsiteY8" fmla="*/ 417671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700" h="419100">
                    <a:moveTo>
                      <a:pt x="639604" y="417671"/>
                    </a:moveTo>
                    <a:lnTo>
                      <a:pt x="14764" y="417671"/>
                    </a:lnTo>
                    <a:cubicBezTo>
                      <a:pt x="10954" y="417671"/>
                      <a:pt x="7144" y="413861"/>
                      <a:pt x="7144" y="410051"/>
                    </a:cubicBezTo>
                    <a:lnTo>
                      <a:pt x="7144" y="38576"/>
                    </a:lnTo>
                    <a:cubicBezTo>
                      <a:pt x="7144" y="20479"/>
                      <a:pt x="20479" y="7144"/>
                      <a:pt x="37624" y="7144"/>
                    </a:cubicBezTo>
                    <a:lnTo>
                      <a:pt x="616744" y="7144"/>
                    </a:lnTo>
                    <a:cubicBezTo>
                      <a:pt x="633889" y="7144"/>
                      <a:pt x="647224" y="20479"/>
                      <a:pt x="647224" y="37624"/>
                    </a:cubicBezTo>
                    <a:lnTo>
                      <a:pt x="647224" y="409099"/>
                    </a:lnTo>
                    <a:cubicBezTo>
                      <a:pt x="647224" y="413861"/>
                      <a:pt x="643414" y="417671"/>
                      <a:pt x="639604" y="417671"/>
                    </a:cubicBezTo>
                    <a:close/>
                  </a:path>
                </a:pathLst>
              </a:custGeom>
              <a:solidFill>
                <a:srgbClr val="808080"/>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611E77FD-F910-47B9-9EE0-9CA9EBB5AD17}"/>
                  </a:ext>
                </a:extLst>
              </p:cNvPr>
              <p:cNvSpPr/>
              <p:nvPr/>
            </p:nvSpPr>
            <p:spPr>
              <a:xfrm>
                <a:off x="5773578" y="3220722"/>
                <a:ext cx="647700" cy="419100"/>
              </a:xfrm>
              <a:custGeom>
                <a:avLst/>
                <a:gdLst>
                  <a:gd name="connsiteX0" fmla="*/ 631984 w 647700"/>
                  <a:gd name="connsiteY0" fmla="*/ 412909 h 419100"/>
                  <a:gd name="connsiteX1" fmla="*/ 14764 w 647700"/>
                  <a:gd name="connsiteY1" fmla="*/ 412909 h 419100"/>
                  <a:gd name="connsiteX2" fmla="*/ 7144 w 647700"/>
                  <a:gd name="connsiteY2" fmla="*/ 405289 h 419100"/>
                  <a:gd name="connsiteX3" fmla="*/ 7144 w 647700"/>
                  <a:gd name="connsiteY3" fmla="*/ 34766 h 419100"/>
                  <a:gd name="connsiteX4" fmla="*/ 34766 w 647700"/>
                  <a:gd name="connsiteY4" fmla="*/ 7144 h 419100"/>
                  <a:gd name="connsiteX5" fmla="*/ 612934 w 647700"/>
                  <a:gd name="connsiteY5" fmla="*/ 7144 h 419100"/>
                  <a:gd name="connsiteX6" fmla="*/ 640556 w 647700"/>
                  <a:gd name="connsiteY6" fmla="*/ 34766 h 419100"/>
                  <a:gd name="connsiteX7" fmla="*/ 640556 w 647700"/>
                  <a:gd name="connsiteY7" fmla="*/ 405289 h 419100"/>
                  <a:gd name="connsiteX8" fmla="*/ 631984 w 647700"/>
                  <a:gd name="connsiteY8" fmla="*/ 412909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700" h="419100">
                    <a:moveTo>
                      <a:pt x="631984" y="412909"/>
                    </a:moveTo>
                    <a:lnTo>
                      <a:pt x="14764" y="412909"/>
                    </a:lnTo>
                    <a:cubicBezTo>
                      <a:pt x="10954" y="412909"/>
                      <a:pt x="7144" y="409099"/>
                      <a:pt x="7144" y="405289"/>
                    </a:cubicBezTo>
                    <a:lnTo>
                      <a:pt x="7144" y="34766"/>
                    </a:lnTo>
                    <a:cubicBezTo>
                      <a:pt x="7144" y="19526"/>
                      <a:pt x="19526" y="7144"/>
                      <a:pt x="34766" y="7144"/>
                    </a:cubicBezTo>
                    <a:lnTo>
                      <a:pt x="612934" y="7144"/>
                    </a:lnTo>
                    <a:cubicBezTo>
                      <a:pt x="628174" y="7144"/>
                      <a:pt x="640556" y="19526"/>
                      <a:pt x="640556" y="34766"/>
                    </a:cubicBezTo>
                    <a:lnTo>
                      <a:pt x="640556" y="405289"/>
                    </a:lnTo>
                    <a:cubicBezTo>
                      <a:pt x="639604" y="410051"/>
                      <a:pt x="635794" y="412909"/>
                      <a:pt x="631984" y="412909"/>
                    </a:cubicBezTo>
                    <a:close/>
                  </a:path>
                </a:pathLst>
              </a:custGeom>
              <a:solidFill>
                <a:srgbClr val="333333"/>
              </a:solidFill>
              <a:ln w="9525" cap="flat">
                <a:noFill/>
                <a:prstDash val="solid"/>
                <a:miter/>
              </a:ln>
            </p:spPr>
            <p:txBody>
              <a:bodyPr rtlCol="0" anchor="ctr"/>
              <a:lstStyle/>
              <a:p>
                <a:endParaRPr lang="en-US"/>
              </a:p>
            </p:txBody>
          </p:sp>
        </p:grpSp>
        <p:sp>
          <p:nvSpPr>
            <p:cNvPr id="24" name="Freeform: Shape 23">
              <a:extLst>
                <a:ext uri="{FF2B5EF4-FFF2-40B4-BE49-F238E27FC236}">
                  <a16:creationId xmlns:a16="http://schemas.microsoft.com/office/drawing/2014/main" id="{AB00050F-BBCF-4B07-B144-24AF043BE2C0}"/>
                </a:ext>
              </a:extLst>
            </p:cNvPr>
            <p:cNvSpPr/>
            <p:nvPr/>
          </p:nvSpPr>
          <p:spPr>
            <a:xfrm>
              <a:off x="5130280" y="1781416"/>
              <a:ext cx="5163280" cy="3278273"/>
            </a:xfrm>
            <a:custGeom>
              <a:avLst/>
              <a:gdLst>
                <a:gd name="connsiteX0" fmla="*/ 7144 w 600075"/>
                <a:gd name="connsiteY0" fmla="*/ 7144 h 381000"/>
                <a:gd name="connsiteX1" fmla="*/ 597694 w 600075"/>
                <a:gd name="connsiteY1" fmla="*/ 7144 h 381000"/>
                <a:gd name="connsiteX2" fmla="*/ 597694 w 600075"/>
                <a:gd name="connsiteY2" fmla="*/ 376714 h 381000"/>
                <a:gd name="connsiteX3" fmla="*/ 7144 w 600075"/>
                <a:gd name="connsiteY3" fmla="*/ 376714 h 381000"/>
              </a:gdLst>
              <a:ahLst/>
              <a:cxnLst>
                <a:cxn ang="0">
                  <a:pos x="connsiteX0" y="connsiteY0"/>
                </a:cxn>
                <a:cxn ang="0">
                  <a:pos x="connsiteX1" y="connsiteY1"/>
                </a:cxn>
                <a:cxn ang="0">
                  <a:pos x="connsiteX2" y="connsiteY2"/>
                </a:cxn>
                <a:cxn ang="0">
                  <a:pos x="connsiteX3" y="connsiteY3"/>
                </a:cxn>
              </a:cxnLst>
              <a:rect l="l" t="t" r="r" b="b"/>
              <a:pathLst>
                <a:path w="600075" h="381000">
                  <a:moveTo>
                    <a:pt x="7144" y="7144"/>
                  </a:moveTo>
                  <a:lnTo>
                    <a:pt x="597694" y="7144"/>
                  </a:lnTo>
                  <a:lnTo>
                    <a:pt x="597694" y="376714"/>
                  </a:lnTo>
                  <a:lnTo>
                    <a:pt x="7144" y="376714"/>
                  </a:lnTo>
                  <a:close/>
                </a:path>
              </a:pathLst>
            </a:custGeom>
            <a:solidFill>
              <a:srgbClr val="F2F2F2"/>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8BADC4B-6EB9-42D0-A753-3C5C7C5FCBF3}"/>
                </a:ext>
              </a:extLst>
            </p:cNvPr>
            <p:cNvSpPr/>
            <p:nvPr/>
          </p:nvSpPr>
          <p:spPr>
            <a:xfrm>
              <a:off x="5210103" y="5108863"/>
              <a:ext cx="4999367" cy="245870"/>
            </a:xfrm>
            <a:custGeom>
              <a:avLst/>
              <a:gdLst>
                <a:gd name="connsiteX0" fmla="*/ 553174 w 581025"/>
                <a:gd name="connsiteY0" fmla="*/ 7144 h 28575"/>
                <a:gd name="connsiteX1" fmla="*/ 574129 w 581025"/>
                <a:gd name="connsiteY1" fmla="*/ 23336 h 28575"/>
                <a:gd name="connsiteX2" fmla="*/ 574129 w 581025"/>
                <a:gd name="connsiteY2" fmla="*/ 30004 h 28575"/>
                <a:gd name="connsiteX3" fmla="*/ 19774 w 581025"/>
                <a:gd name="connsiteY3" fmla="*/ 30004 h 28575"/>
                <a:gd name="connsiteX4" fmla="*/ 8344 w 581025"/>
                <a:gd name="connsiteY4" fmla="*/ 26194 h 28575"/>
                <a:gd name="connsiteX5" fmla="*/ 35014 w 581025"/>
                <a:gd name="connsiteY5" fmla="*/ 7144 h 28575"/>
                <a:gd name="connsiteX6" fmla="*/ 553174 w 581025"/>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025" h="28575">
                  <a:moveTo>
                    <a:pt x="553174" y="7144"/>
                  </a:moveTo>
                  <a:cubicBezTo>
                    <a:pt x="553174" y="7144"/>
                    <a:pt x="566509" y="16669"/>
                    <a:pt x="574129" y="23336"/>
                  </a:cubicBezTo>
                  <a:cubicBezTo>
                    <a:pt x="581749" y="30004"/>
                    <a:pt x="574129" y="30004"/>
                    <a:pt x="574129" y="30004"/>
                  </a:cubicBezTo>
                  <a:cubicBezTo>
                    <a:pt x="574129" y="30004"/>
                    <a:pt x="37871" y="30004"/>
                    <a:pt x="19774" y="30004"/>
                  </a:cubicBezTo>
                  <a:cubicBezTo>
                    <a:pt x="1676" y="30004"/>
                    <a:pt x="8344" y="26194"/>
                    <a:pt x="8344" y="26194"/>
                  </a:cubicBezTo>
                  <a:lnTo>
                    <a:pt x="35014" y="7144"/>
                  </a:lnTo>
                  <a:lnTo>
                    <a:pt x="553174" y="7144"/>
                  </a:lnTo>
                  <a:close/>
                </a:path>
              </a:pathLst>
            </a:custGeom>
            <a:solidFill>
              <a:srgbClr val="323334"/>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378FDA6-D5BA-443E-8CD4-3C2B46AB6C8A}"/>
                </a:ext>
              </a:extLst>
            </p:cNvPr>
            <p:cNvSpPr/>
            <p:nvPr/>
          </p:nvSpPr>
          <p:spPr>
            <a:xfrm>
              <a:off x="5403495" y="5242756"/>
              <a:ext cx="4589582" cy="81957"/>
            </a:xfrm>
            <a:custGeom>
              <a:avLst/>
              <a:gdLst>
                <a:gd name="connsiteX0" fmla="*/ 538318 w 533400"/>
                <a:gd name="connsiteY0" fmla="*/ 3965 h 0"/>
                <a:gd name="connsiteX1" fmla="*/ 3965 w 533400"/>
                <a:gd name="connsiteY1" fmla="*/ 3965 h 0"/>
              </a:gdLst>
              <a:ahLst/>
              <a:cxnLst>
                <a:cxn ang="0">
                  <a:pos x="connsiteX0" y="connsiteY0"/>
                </a:cxn>
                <a:cxn ang="0">
                  <a:pos x="connsiteX1" y="connsiteY1"/>
                </a:cxn>
              </a:cxnLst>
              <a:rect l="l" t="t" r="r" b="b"/>
              <a:pathLst>
                <a:path w="533400">
                  <a:moveTo>
                    <a:pt x="538318" y="3965"/>
                  </a:moveTo>
                  <a:lnTo>
                    <a:pt x="3965" y="3965"/>
                  </a:lnTo>
                </a:path>
              </a:pathLst>
            </a:custGeom>
            <a:ln w="5287" cap="rnd">
              <a:solidFill>
                <a:srgbClr val="FFFFFF"/>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5070495-6AB5-4439-8EED-4223B30F9EAF}"/>
                </a:ext>
              </a:extLst>
            </p:cNvPr>
            <p:cNvSpPr/>
            <p:nvPr/>
          </p:nvSpPr>
          <p:spPr>
            <a:xfrm>
              <a:off x="5469061" y="5201782"/>
              <a:ext cx="4507626" cy="81957"/>
            </a:xfrm>
            <a:custGeom>
              <a:avLst/>
              <a:gdLst>
                <a:gd name="connsiteX0" fmla="*/ 3965 w 523875"/>
                <a:gd name="connsiteY0" fmla="*/ 3965 h 0"/>
                <a:gd name="connsiteX1" fmla="*/ 524031 w 523875"/>
                <a:gd name="connsiteY1" fmla="*/ 3965 h 0"/>
              </a:gdLst>
              <a:ahLst/>
              <a:cxnLst>
                <a:cxn ang="0">
                  <a:pos x="connsiteX0" y="connsiteY0"/>
                </a:cxn>
                <a:cxn ang="0">
                  <a:pos x="connsiteX1" y="connsiteY1"/>
                </a:cxn>
              </a:cxnLst>
              <a:rect l="l" t="t" r="r" b="b"/>
              <a:pathLst>
                <a:path w="523875">
                  <a:moveTo>
                    <a:pt x="3965" y="3965"/>
                  </a:moveTo>
                  <a:lnTo>
                    <a:pt x="524031" y="3965"/>
                  </a:lnTo>
                </a:path>
              </a:pathLst>
            </a:custGeom>
            <a:ln w="5287" cap="rnd">
              <a:solidFill>
                <a:srgbClr val="FFFFFF"/>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821168E-844C-481A-B8F3-32C75B5054F4}"/>
                </a:ext>
              </a:extLst>
            </p:cNvPr>
            <p:cNvSpPr/>
            <p:nvPr/>
          </p:nvSpPr>
          <p:spPr>
            <a:xfrm>
              <a:off x="5354321" y="5291930"/>
              <a:ext cx="4753496" cy="81957"/>
            </a:xfrm>
            <a:custGeom>
              <a:avLst/>
              <a:gdLst>
                <a:gd name="connsiteX0" fmla="*/ 550701 w 552450"/>
                <a:gd name="connsiteY0" fmla="*/ 3965 h 0"/>
                <a:gd name="connsiteX1" fmla="*/ 3965 w 552450"/>
                <a:gd name="connsiteY1" fmla="*/ 3965 h 0"/>
              </a:gdLst>
              <a:ahLst/>
              <a:cxnLst>
                <a:cxn ang="0">
                  <a:pos x="connsiteX0" y="connsiteY0"/>
                </a:cxn>
                <a:cxn ang="0">
                  <a:pos x="connsiteX1" y="connsiteY1"/>
                </a:cxn>
              </a:cxnLst>
              <a:rect l="l" t="t" r="r" b="b"/>
              <a:pathLst>
                <a:path w="552450">
                  <a:moveTo>
                    <a:pt x="550701" y="3965"/>
                  </a:moveTo>
                  <a:lnTo>
                    <a:pt x="3965" y="3965"/>
                  </a:lnTo>
                </a:path>
              </a:pathLst>
            </a:custGeom>
            <a:ln w="5287" cap="rnd">
              <a:solidFill>
                <a:srgbClr val="FFFFFF"/>
              </a:solid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F376C1E-829F-4627-A9FC-603E3F9D8239}"/>
                </a:ext>
              </a:extLst>
            </p:cNvPr>
            <p:cNvSpPr/>
            <p:nvPr/>
          </p:nvSpPr>
          <p:spPr>
            <a:xfrm>
              <a:off x="5424729" y="5180579"/>
              <a:ext cx="4343712" cy="81957"/>
            </a:xfrm>
            <a:custGeom>
              <a:avLst/>
              <a:gdLst>
                <a:gd name="connsiteX0" fmla="*/ 1586 w 504825"/>
                <a:gd name="connsiteY0" fmla="*/ 1586 h 0"/>
                <a:gd name="connsiteX1" fmla="*/ 511173 w 504825"/>
                <a:gd name="connsiteY1" fmla="*/ 1586 h 0"/>
              </a:gdLst>
              <a:ahLst/>
              <a:cxnLst>
                <a:cxn ang="0">
                  <a:pos x="connsiteX0" y="connsiteY0"/>
                </a:cxn>
                <a:cxn ang="0">
                  <a:pos x="connsiteX1" y="connsiteY1"/>
                </a:cxn>
              </a:cxnLst>
              <a:rect l="l" t="t" r="r" b="b"/>
              <a:pathLst>
                <a:path w="504825">
                  <a:moveTo>
                    <a:pt x="1586" y="1586"/>
                  </a:moveTo>
                  <a:lnTo>
                    <a:pt x="511173" y="1586"/>
                  </a:lnTo>
                </a:path>
              </a:pathLst>
            </a:custGeom>
            <a:ln w="2115" cap="rnd">
              <a:solidFill>
                <a:srgbClr val="FFFFFF"/>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DCC7A37-C1A5-44ED-8513-F2059D79E78B}"/>
                </a:ext>
              </a:extLst>
            </p:cNvPr>
            <p:cNvSpPr/>
            <p:nvPr/>
          </p:nvSpPr>
          <p:spPr>
            <a:xfrm>
              <a:off x="5269602" y="5117063"/>
              <a:ext cx="4917410" cy="245870"/>
            </a:xfrm>
            <a:custGeom>
              <a:avLst/>
              <a:gdLst>
                <a:gd name="connsiteX0" fmla="*/ 32861 w 571500"/>
                <a:gd name="connsiteY0" fmla="*/ 7144 h 28575"/>
                <a:gd name="connsiteX1" fmla="*/ 7144 w 571500"/>
                <a:gd name="connsiteY1" fmla="*/ 26194 h 28575"/>
                <a:gd name="connsiteX2" fmla="*/ 566261 w 571500"/>
                <a:gd name="connsiteY2" fmla="*/ 26194 h 28575"/>
                <a:gd name="connsiteX3" fmla="*/ 541496 w 571500"/>
                <a:gd name="connsiteY3" fmla="*/ 7144 h 28575"/>
              </a:gdLst>
              <a:ahLst/>
              <a:cxnLst>
                <a:cxn ang="0">
                  <a:pos x="connsiteX0" y="connsiteY0"/>
                </a:cxn>
                <a:cxn ang="0">
                  <a:pos x="connsiteX1" y="connsiteY1"/>
                </a:cxn>
                <a:cxn ang="0">
                  <a:pos x="connsiteX2" y="connsiteY2"/>
                </a:cxn>
                <a:cxn ang="0">
                  <a:pos x="connsiteX3" y="connsiteY3"/>
                </a:cxn>
              </a:cxnLst>
              <a:rect l="l" t="t" r="r" b="b"/>
              <a:pathLst>
                <a:path w="571500" h="28575">
                  <a:moveTo>
                    <a:pt x="32861" y="7144"/>
                  </a:moveTo>
                  <a:lnTo>
                    <a:pt x="7144" y="26194"/>
                  </a:lnTo>
                  <a:lnTo>
                    <a:pt x="566261" y="26194"/>
                  </a:lnTo>
                  <a:lnTo>
                    <a:pt x="541496" y="7144"/>
                  </a:lnTo>
                  <a:close/>
                </a:path>
              </a:pathLst>
            </a:custGeom>
            <a:solidFill>
              <a:srgbClr val="323334">
                <a:alpha val="56000"/>
              </a:srgbClr>
            </a:soli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E8CCBE0-1B0C-438D-94FF-E082C11F048B}"/>
                </a:ext>
              </a:extLst>
            </p:cNvPr>
            <p:cNvSpPr/>
            <p:nvPr/>
          </p:nvSpPr>
          <p:spPr>
            <a:xfrm>
              <a:off x="4105815" y="5559062"/>
              <a:ext cx="7294158" cy="409784"/>
            </a:xfrm>
            <a:custGeom>
              <a:avLst/>
              <a:gdLst>
                <a:gd name="connsiteX0" fmla="*/ 842486 w 847725"/>
                <a:gd name="connsiteY0" fmla="*/ 30069 h 47625"/>
                <a:gd name="connsiteX1" fmla="*/ 830104 w 847725"/>
                <a:gd name="connsiteY1" fmla="*/ 44357 h 47625"/>
                <a:gd name="connsiteX2" fmla="*/ 41434 w 847725"/>
                <a:gd name="connsiteY2" fmla="*/ 44357 h 47625"/>
                <a:gd name="connsiteX3" fmla="*/ 20479 w 847725"/>
                <a:gd name="connsiteY3" fmla="*/ 43404 h 47625"/>
                <a:gd name="connsiteX4" fmla="*/ 7144 w 847725"/>
                <a:gd name="connsiteY4" fmla="*/ 29117 h 47625"/>
                <a:gd name="connsiteX5" fmla="*/ 7144 w 847725"/>
                <a:gd name="connsiteY5" fmla="*/ 9114 h 47625"/>
                <a:gd name="connsiteX6" fmla="*/ 9049 w 847725"/>
                <a:gd name="connsiteY6" fmla="*/ 9114 h 47625"/>
                <a:gd name="connsiteX7" fmla="*/ 27146 w 847725"/>
                <a:gd name="connsiteY7" fmla="*/ 9114 h 47625"/>
                <a:gd name="connsiteX8" fmla="*/ 752951 w 847725"/>
                <a:gd name="connsiteY8" fmla="*/ 7209 h 47625"/>
                <a:gd name="connsiteX9" fmla="*/ 842486 w 847725"/>
                <a:gd name="connsiteY9" fmla="*/ 7209 h 47625"/>
                <a:gd name="connsiteX10" fmla="*/ 842486 w 847725"/>
                <a:gd name="connsiteY10" fmla="*/ 7209 h 47625"/>
                <a:gd name="connsiteX11" fmla="*/ 842486 w 847725"/>
                <a:gd name="connsiteY11" fmla="*/ 30069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7725" h="47625">
                  <a:moveTo>
                    <a:pt x="842486" y="30069"/>
                  </a:moveTo>
                  <a:cubicBezTo>
                    <a:pt x="842486" y="44357"/>
                    <a:pt x="830104" y="44357"/>
                    <a:pt x="830104" y="44357"/>
                  </a:cubicBezTo>
                  <a:cubicBezTo>
                    <a:pt x="830104" y="44357"/>
                    <a:pt x="71914" y="44357"/>
                    <a:pt x="41434" y="44357"/>
                  </a:cubicBezTo>
                  <a:cubicBezTo>
                    <a:pt x="31909" y="44357"/>
                    <a:pt x="25241" y="44357"/>
                    <a:pt x="20479" y="43404"/>
                  </a:cubicBezTo>
                  <a:cubicBezTo>
                    <a:pt x="12859" y="42452"/>
                    <a:pt x="7144" y="36737"/>
                    <a:pt x="7144" y="29117"/>
                  </a:cubicBezTo>
                  <a:lnTo>
                    <a:pt x="7144" y="9114"/>
                  </a:lnTo>
                  <a:lnTo>
                    <a:pt x="9049" y="9114"/>
                  </a:lnTo>
                  <a:lnTo>
                    <a:pt x="27146" y="9114"/>
                  </a:lnTo>
                  <a:lnTo>
                    <a:pt x="752951" y="7209"/>
                  </a:lnTo>
                  <a:lnTo>
                    <a:pt x="842486" y="7209"/>
                  </a:lnTo>
                  <a:lnTo>
                    <a:pt x="842486" y="7209"/>
                  </a:lnTo>
                  <a:cubicBezTo>
                    <a:pt x="841534" y="6257"/>
                    <a:pt x="842486" y="15782"/>
                    <a:pt x="842486" y="30069"/>
                  </a:cubicBezTo>
                  <a:close/>
                </a:path>
              </a:pathLst>
            </a:custGeom>
            <a:solidFill>
              <a:srgbClr val="666666"/>
            </a:soli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43BC099-A056-42DA-9F53-27069C0E9109}"/>
                </a:ext>
              </a:extLst>
            </p:cNvPr>
            <p:cNvSpPr/>
            <p:nvPr/>
          </p:nvSpPr>
          <p:spPr>
            <a:xfrm>
              <a:off x="4098364" y="5051498"/>
              <a:ext cx="7294158" cy="655655"/>
            </a:xfrm>
            <a:custGeom>
              <a:avLst/>
              <a:gdLst>
                <a:gd name="connsiteX0" fmla="*/ 827161 w 847725"/>
                <a:gd name="connsiteY0" fmla="*/ 70009 h 76200"/>
                <a:gd name="connsiteX1" fmla="*/ 753818 w 847725"/>
                <a:gd name="connsiteY1" fmla="*/ 70009 h 76200"/>
                <a:gd name="connsiteX2" fmla="*/ 24203 w 847725"/>
                <a:gd name="connsiteY2" fmla="*/ 70009 h 76200"/>
                <a:gd name="connsiteX3" fmla="*/ 17535 w 847725"/>
                <a:gd name="connsiteY3" fmla="*/ 70009 h 76200"/>
                <a:gd name="connsiteX4" fmla="*/ 8010 w 847725"/>
                <a:gd name="connsiteY4" fmla="*/ 67151 h 76200"/>
                <a:gd name="connsiteX5" fmla="*/ 13725 w 847725"/>
                <a:gd name="connsiteY5" fmla="*/ 58579 h 76200"/>
                <a:gd name="connsiteX6" fmla="*/ 97545 w 847725"/>
                <a:gd name="connsiteY6" fmla="*/ 9049 h 76200"/>
                <a:gd name="connsiteX7" fmla="*/ 101355 w 847725"/>
                <a:gd name="connsiteY7" fmla="*/ 7144 h 76200"/>
                <a:gd name="connsiteX8" fmla="*/ 739531 w 847725"/>
                <a:gd name="connsiteY8" fmla="*/ 7144 h 76200"/>
                <a:gd name="connsiteX9" fmla="*/ 742388 w 847725"/>
                <a:gd name="connsiteY9" fmla="*/ 8096 h 76200"/>
                <a:gd name="connsiteX10" fmla="*/ 746198 w 847725"/>
                <a:gd name="connsiteY10" fmla="*/ 9049 h 76200"/>
                <a:gd name="connsiteX11" fmla="*/ 747150 w 847725"/>
                <a:gd name="connsiteY11" fmla="*/ 9049 h 76200"/>
                <a:gd name="connsiteX12" fmla="*/ 757628 w 847725"/>
                <a:gd name="connsiteY12" fmla="*/ 14764 h 76200"/>
                <a:gd name="connsiteX13" fmla="*/ 840496 w 847725"/>
                <a:gd name="connsiteY13" fmla="*/ 62389 h 76200"/>
                <a:gd name="connsiteX14" fmla="*/ 842400 w 847725"/>
                <a:gd name="connsiteY14" fmla="*/ 65246 h 76200"/>
                <a:gd name="connsiteX15" fmla="*/ 827161 w 847725"/>
                <a:gd name="connsiteY15" fmla="*/ 70009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7725" h="76200">
                  <a:moveTo>
                    <a:pt x="827161" y="70009"/>
                  </a:moveTo>
                  <a:cubicBezTo>
                    <a:pt x="823350" y="70009"/>
                    <a:pt x="795728" y="70009"/>
                    <a:pt x="753818" y="70009"/>
                  </a:cubicBezTo>
                  <a:cubicBezTo>
                    <a:pt x="566175" y="70009"/>
                    <a:pt x="85163" y="70009"/>
                    <a:pt x="24203" y="70009"/>
                  </a:cubicBezTo>
                  <a:cubicBezTo>
                    <a:pt x="20393" y="70009"/>
                    <a:pt x="17535" y="70009"/>
                    <a:pt x="17535" y="70009"/>
                  </a:cubicBezTo>
                  <a:cubicBezTo>
                    <a:pt x="17535" y="70009"/>
                    <a:pt x="10868" y="70009"/>
                    <a:pt x="8010" y="67151"/>
                  </a:cubicBezTo>
                  <a:cubicBezTo>
                    <a:pt x="6105" y="65246"/>
                    <a:pt x="7058" y="63341"/>
                    <a:pt x="13725" y="58579"/>
                  </a:cubicBezTo>
                  <a:cubicBezTo>
                    <a:pt x="27060" y="49054"/>
                    <a:pt x="82305" y="17621"/>
                    <a:pt x="97545" y="9049"/>
                  </a:cubicBezTo>
                  <a:cubicBezTo>
                    <a:pt x="100403" y="8096"/>
                    <a:pt x="101355" y="7144"/>
                    <a:pt x="101355" y="7144"/>
                  </a:cubicBezTo>
                  <a:lnTo>
                    <a:pt x="739531" y="7144"/>
                  </a:lnTo>
                  <a:cubicBezTo>
                    <a:pt x="739531" y="7144"/>
                    <a:pt x="740483" y="7144"/>
                    <a:pt x="742388" y="8096"/>
                  </a:cubicBezTo>
                  <a:cubicBezTo>
                    <a:pt x="743340" y="8096"/>
                    <a:pt x="744293" y="9049"/>
                    <a:pt x="746198" y="9049"/>
                  </a:cubicBezTo>
                  <a:cubicBezTo>
                    <a:pt x="746198" y="9049"/>
                    <a:pt x="746198" y="9049"/>
                    <a:pt x="747150" y="9049"/>
                  </a:cubicBezTo>
                  <a:cubicBezTo>
                    <a:pt x="750008" y="10001"/>
                    <a:pt x="753818" y="11906"/>
                    <a:pt x="757628" y="14764"/>
                  </a:cubicBezTo>
                  <a:cubicBezTo>
                    <a:pt x="770963" y="23336"/>
                    <a:pt x="840496" y="62389"/>
                    <a:pt x="840496" y="62389"/>
                  </a:cubicBezTo>
                  <a:cubicBezTo>
                    <a:pt x="840496" y="62389"/>
                    <a:pt x="842400" y="63341"/>
                    <a:pt x="842400" y="65246"/>
                  </a:cubicBezTo>
                  <a:cubicBezTo>
                    <a:pt x="844306" y="67151"/>
                    <a:pt x="842400" y="70009"/>
                    <a:pt x="827161" y="70009"/>
                  </a:cubicBezTo>
                  <a:close/>
                </a:path>
              </a:pathLst>
            </a:custGeom>
            <a:solidFill>
              <a:srgbClr val="9DA4AA"/>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B8C23E-608C-4981-A399-48E23E7525CC}"/>
                </a:ext>
              </a:extLst>
            </p:cNvPr>
            <p:cNvSpPr/>
            <p:nvPr/>
          </p:nvSpPr>
          <p:spPr>
            <a:xfrm>
              <a:off x="6803481" y="5354734"/>
              <a:ext cx="1868616" cy="245870"/>
            </a:xfrm>
            <a:custGeom>
              <a:avLst/>
              <a:gdLst>
                <a:gd name="connsiteX0" fmla="*/ 23187 w 209550"/>
                <a:gd name="connsiteY0" fmla="*/ 7144 h 28575"/>
                <a:gd name="connsiteX1" fmla="*/ 12710 w 209550"/>
                <a:gd name="connsiteY1" fmla="*/ 12859 h 28575"/>
                <a:gd name="connsiteX2" fmla="*/ 7947 w 209550"/>
                <a:gd name="connsiteY2" fmla="*/ 19526 h 28575"/>
                <a:gd name="connsiteX3" fmla="*/ 21282 w 209550"/>
                <a:gd name="connsiteY3" fmla="*/ 25241 h 28575"/>
                <a:gd name="connsiteX4" fmla="*/ 111770 w 209550"/>
                <a:gd name="connsiteY4" fmla="*/ 25241 h 28575"/>
                <a:gd name="connsiteX5" fmla="*/ 111770 w 209550"/>
                <a:gd name="connsiteY5" fmla="*/ 25241 h 28575"/>
                <a:gd name="connsiteX6" fmla="*/ 195590 w 209550"/>
                <a:gd name="connsiteY6" fmla="*/ 25241 h 28575"/>
                <a:gd name="connsiteX7" fmla="*/ 208925 w 209550"/>
                <a:gd name="connsiteY7" fmla="*/ 19526 h 28575"/>
                <a:gd name="connsiteX8" fmla="*/ 204162 w 209550"/>
                <a:gd name="connsiteY8" fmla="*/ 12859 h 28575"/>
                <a:gd name="connsiteX9" fmla="*/ 193685 w 209550"/>
                <a:gd name="connsiteY9"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550" h="28575">
                  <a:moveTo>
                    <a:pt x="23187" y="7144"/>
                  </a:moveTo>
                  <a:cubicBezTo>
                    <a:pt x="19377" y="7144"/>
                    <a:pt x="15567" y="9049"/>
                    <a:pt x="12710" y="12859"/>
                  </a:cubicBezTo>
                  <a:lnTo>
                    <a:pt x="7947" y="19526"/>
                  </a:lnTo>
                  <a:cubicBezTo>
                    <a:pt x="7947" y="19526"/>
                    <a:pt x="2232" y="26194"/>
                    <a:pt x="21282" y="25241"/>
                  </a:cubicBezTo>
                  <a:cubicBezTo>
                    <a:pt x="30807" y="25241"/>
                    <a:pt x="72717" y="25241"/>
                    <a:pt x="111770" y="25241"/>
                  </a:cubicBezTo>
                  <a:lnTo>
                    <a:pt x="111770" y="25241"/>
                  </a:lnTo>
                  <a:cubicBezTo>
                    <a:pt x="148917" y="25241"/>
                    <a:pt x="187017" y="25241"/>
                    <a:pt x="195590" y="25241"/>
                  </a:cubicBezTo>
                  <a:cubicBezTo>
                    <a:pt x="213687" y="26194"/>
                    <a:pt x="208925" y="19526"/>
                    <a:pt x="208925" y="19526"/>
                  </a:cubicBezTo>
                  <a:lnTo>
                    <a:pt x="204162" y="12859"/>
                  </a:lnTo>
                  <a:cubicBezTo>
                    <a:pt x="202257" y="9049"/>
                    <a:pt x="198447" y="7144"/>
                    <a:pt x="193685" y="7144"/>
                  </a:cubicBezTo>
                </a:path>
              </a:pathLst>
            </a:custGeom>
            <a:solidFill>
              <a:srgbClr val="70757B"/>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D903373-9B9B-454A-8CB4-E269AA113942}"/>
                </a:ext>
              </a:extLst>
            </p:cNvPr>
            <p:cNvSpPr/>
            <p:nvPr/>
          </p:nvSpPr>
          <p:spPr>
            <a:xfrm>
              <a:off x="5179454" y="5125255"/>
              <a:ext cx="4917410" cy="245870"/>
            </a:xfrm>
            <a:custGeom>
              <a:avLst/>
              <a:gdLst>
                <a:gd name="connsiteX0" fmla="*/ 566261 w 571500"/>
                <a:gd name="connsiteY0" fmla="*/ 30004 h 28575"/>
                <a:gd name="connsiteX1" fmla="*/ 7144 w 571500"/>
                <a:gd name="connsiteY1" fmla="*/ 30004 h 28575"/>
                <a:gd name="connsiteX2" fmla="*/ 28099 w 571500"/>
                <a:gd name="connsiteY2" fmla="*/ 7144 h 28575"/>
                <a:gd name="connsiteX3" fmla="*/ 543401 w 571500"/>
                <a:gd name="connsiteY3" fmla="*/ 7144 h 28575"/>
              </a:gdLst>
              <a:ahLst/>
              <a:cxnLst>
                <a:cxn ang="0">
                  <a:pos x="connsiteX0" y="connsiteY0"/>
                </a:cxn>
                <a:cxn ang="0">
                  <a:pos x="connsiteX1" y="connsiteY1"/>
                </a:cxn>
                <a:cxn ang="0">
                  <a:pos x="connsiteX2" y="connsiteY2"/>
                </a:cxn>
                <a:cxn ang="0">
                  <a:pos x="connsiteX3" y="connsiteY3"/>
                </a:cxn>
              </a:cxnLst>
              <a:rect l="l" t="t" r="r" b="b"/>
              <a:pathLst>
                <a:path w="571500" h="28575">
                  <a:moveTo>
                    <a:pt x="566261" y="30004"/>
                  </a:moveTo>
                  <a:lnTo>
                    <a:pt x="7144" y="30004"/>
                  </a:lnTo>
                  <a:lnTo>
                    <a:pt x="28099" y="7144"/>
                  </a:lnTo>
                  <a:lnTo>
                    <a:pt x="543401" y="7144"/>
                  </a:lnTo>
                  <a:close/>
                </a:path>
              </a:pathLst>
            </a:custGeom>
            <a:solidFill>
              <a:srgbClr val="575A5A"/>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2F0A2CF-6C4D-4D84-9F0B-0C8B25E6F53C}"/>
                </a:ext>
              </a:extLst>
            </p:cNvPr>
            <p:cNvSpPr/>
            <p:nvPr/>
          </p:nvSpPr>
          <p:spPr>
            <a:xfrm>
              <a:off x="5146671" y="5125255"/>
              <a:ext cx="4917410" cy="245870"/>
            </a:xfrm>
            <a:custGeom>
              <a:avLst/>
              <a:gdLst>
                <a:gd name="connsiteX0" fmla="*/ 571024 w 571500"/>
                <a:gd name="connsiteY0" fmla="*/ 30004 h 28575"/>
                <a:gd name="connsiteX1" fmla="*/ 7144 w 571500"/>
                <a:gd name="connsiteY1" fmla="*/ 30004 h 28575"/>
                <a:gd name="connsiteX2" fmla="*/ 28099 w 571500"/>
                <a:gd name="connsiteY2" fmla="*/ 7144 h 28575"/>
                <a:gd name="connsiteX3" fmla="*/ 548164 w 571500"/>
                <a:gd name="connsiteY3" fmla="*/ 7144 h 28575"/>
              </a:gdLst>
              <a:ahLst/>
              <a:cxnLst>
                <a:cxn ang="0">
                  <a:pos x="connsiteX0" y="connsiteY0"/>
                </a:cxn>
                <a:cxn ang="0">
                  <a:pos x="connsiteX1" y="connsiteY1"/>
                </a:cxn>
                <a:cxn ang="0">
                  <a:pos x="connsiteX2" y="connsiteY2"/>
                </a:cxn>
                <a:cxn ang="0">
                  <a:pos x="connsiteX3" y="connsiteY3"/>
                </a:cxn>
              </a:cxnLst>
              <a:rect l="l" t="t" r="r" b="b"/>
              <a:pathLst>
                <a:path w="571500" h="28575">
                  <a:moveTo>
                    <a:pt x="571024" y="30004"/>
                  </a:moveTo>
                  <a:lnTo>
                    <a:pt x="7144" y="30004"/>
                  </a:lnTo>
                  <a:lnTo>
                    <a:pt x="28099" y="7144"/>
                  </a:lnTo>
                  <a:lnTo>
                    <a:pt x="548164" y="7144"/>
                  </a:lnTo>
                  <a:close/>
                </a:path>
              </a:pathLst>
            </a:custGeom>
            <a:solidFill>
              <a:srgbClr val="575A5A"/>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C3A2E818-EF4F-458C-8F18-9578121D3660}"/>
                </a:ext>
              </a:extLst>
            </p:cNvPr>
            <p:cNvSpPr/>
            <p:nvPr/>
          </p:nvSpPr>
          <p:spPr>
            <a:xfrm>
              <a:off x="7022398" y="1844838"/>
              <a:ext cx="3271162" cy="3198464"/>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nvGrpSpPr>
            <p:cNvPr id="37" name="Group 36">
              <a:extLst>
                <a:ext uri="{FF2B5EF4-FFF2-40B4-BE49-F238E27FC236}">
                  <a16:creationId xmlns:a16="http://schemas.microsoft.com/office/drawing/2014/main" id="{63C6B529-B489-4639-A7B2-5AA9180E9729}"/>
                </a:ext>
              </a:extLst>
            </p:cNvPr>
            <p:cNvGrpSpPr/>
            <p:nvPr/>
          </p:nvGrpSpPr>
          <p:grpSpPr>
            <a:xfrm>
              <a:off x="5370712" y="5206368"/>
              <a:ext cx="4572000" cy="149296"/>
              <a:chOff x="5370712" y="5206368"/>
              <a:chExt cx="4572000" cy="149296"/>
            </a:xfrm>
          </p:grpSpPr>
          <p:sp>
            <p:nvSpPr>
              <p:cNvPr id="44" name="Rectangle 43">
                <a:extLst>
                  <a:ext uri="{FF2B5EF4-FFF2-40B4-BE49-F238E27FC236}">
                    <a16:creationId xmlns:a16="http://schemas.microsoft.com/office/drawing/2014/main" id="{4F3DA74A-1C4B-4138-A563-129A39FD9B7F}"/>
                  </a:ext>
                </a:extLst>
              </p:cNvPr>
              <p:cNvSpPr/>
              <p:nvPr/>
            </p:nvSpPr>
            <p:spPr>
              <a:xfrm>
                <a:off x="5370712" y="5337376"/>
                <a:ext cx="4572000" cy="18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E22AAAA6-2F39-4DD6-8134-716B9CF62E97}"/>
                  </a:ext>
                </a:extLst>
              </p:cNvPr>
              <p:cNvSpPr/>
              <p:nvPr/>
            </p:nvSpPr>
            <p:spPr>
              <a:xfrm>
                <a:off x="5416432" y="5293706"/>
                <a:ext cx="4480560" cy="18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E744CD6-14E4-479D-8F9D-0DF957DAAD2D}"/>
                  </a:ext>
                </a:extLst>
              </p:cNvPr>
              <p:cNvSpPr/>
              <p:nvPr/>
            </p:nvSpPr>
            <p:spPr>
              <a:xfrm>
                <a:off x="5462152" y="5250037"/>
                <a:ext cx="4389120" cy="18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531A40E9-999D-4DB7-A1CE-6B1F19EA0EF4}"/>
                  </a:ext>
                </a:extLst>
              </p:cNvPr>
              <p:cNvSpPr/>
              <p:nvPr/>
            </p:nvSpPr>
            <p:spPr>
              <a:xfrm>
                <a:off x="5507872" y="5206368"/>
                <a:ext cx="4297680" cy="18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68C9FECB-7A52-4CDC-994B-69A5B24ABCE8}"/>
                </a:ext>
              </a:extLst>
            </p:cNvPr>
            <p:cNvGrpSpPr/>
            <p:nvPr/>
          </p:nvGrpSpPr>
          <p:grpSpPr>
            <a:xfrm>
              <a:off x="7661590" y="1698465"/>
              <a:ext cx="114873" cy="114873"/>
              <a:chOff x="7627525" y="1132589"/>
              <a:chExt cx="234846" cy="234846"/>
            </a:xfrm>
          </p:grpSpPr>
          <p:sp>
            <p:nvSpPr>
              <p:cNvPr id="41" name="Oval 40">
                <a:extLst>
                  <a:ext uri="{FF2B5EF4-FFF2-40B4-BE49-F238E27FC236}">
                    <a16:creationId xmlns:a16="http://schemas.microsoft.com/office/drawing/2014/main" id="{A6AAC56F-62D7-45DE-87B5-B9D9F6A9BFCE}"/>
                  </a:ext>
                </a:extLst>
              </p:cNvPr>
              <p:cNvSpPr/>
              <p:nvPr/>
            </p:nvSpPr>
            <p:spPr>
              <a:xfrm>
                <a:off x="7627525" y="1132589"/>
                <a:ext cx="234846" cy="234846"/>
              </a:xfrm>
              <a:prstGeom prst="ellipse">
                <a:avLst/>
              </a:prstGeom>
              <a:solidFill>
                <a:schemeClr val="bg1">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E075BA51-0F2B-4136-85AE-6668752886FD}"/>
                  </a:ext>
                </a:extLst>
              </p:cNvPr>
              <p:cNvSpPr/>
              <p:nvPr/>
            </p:nvSpPr>
            <p:spPr>
              <a:xfrm>
                <a:off x="7656971" y="1162035"/>
                <a:ext cx="175955" cy="175955"/>
              </a:xfrm>
              <a:prstGeom prst="ellipse">
                <a:avLst/>
              </a:prstGeom>
              <a:solidFill>
                <a:schemeClr val="bg1">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2599569D-ABEC-4CDC-8AEC-FB8A512A7CB6}"/>
                  </a:ext>
                </a:extLst>
              </p:cNvPr>
              <p:cNvSpPr/>
              <p:nvPr/>
            </p:nvSpPr>
            <p:spPr>
              <a:xfrm>
                <a:off x="7683825" y="1188889"/>
                <a:ext cx="122247" cy="122247"/>
              </a:xfrm>
              <a:prstGeom prst="ellipse">
                <a:avLst/>
              </a:prstGeom>
              <a:solidFill>
                <a:schemeClr val="bg1">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Rounded Corners 38">
              <a:extLst>
                <a:ext uri="{FF2B5EF4-FFF2-40B4-BE49-F238E27FC236}">
                  <a16:creationId xmlns:a16="http://schemas.microsoft.com/office/drawing/2014/main" id="{FFF08BBD-F12B-4D72-905D-82425437657C}"/>
                </a:ext>
              </a:extLst>
            </p:cNvPr>
            <p:cNvSpPr/>
            <p:nvPr/>
          </p:nvSpPr>
          <p:spPr>
            <a:xfrm>
              <a:off x="7370377" y="5752599"/>
              <a:ext cx="748642" cy="88504"/>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37A376A-6189-420B-8C13-3900F127BE7C}"/>
                </a:ext>
              </a:extLst>
            </p:cNvPr>
            <p:cNvSpPr/>
            <p:nvPr/>
          </p:nvSpPr>
          <p:spPr>
            <a:xfrm>
              <a:off x="7133919" y="5752598"/>
              <a:ext cx="101303" cy="101303"/>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Picture Placeholder 2">
            <a:extLst>
              <a:ext uri="{FF2B5EF4-FFF2-40B4-BE49-F238E27FC236}">
                <a16:creationId xmlns:a16="http://schemas.microsoft.com/office/drawing/2014/main" id="{FC596008-C53D-454F-8BCC-25C7C09986FE}"/>
              </a:ext>
            </a:extLst>
          </p:cNvPr>
          <p:cNvSpPr>
            <a:spLocks noGrp="1"/>
          </p:cNvSpPr>
          <p:nvPr>
            <p:ph type="pic" idx="13" hasCustomPrompt="1"/>
          </p:nvPr>
        </p:nvSpPr>
        <p:spPr>
          <a:xfrm>
            <a:off x="1619684" y="2798339"/>
            <a:ext cx="4140889" cy="2612234"/>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Tree>
    <p:extLst>
      <p:ext uri="{BB962C8B-B14F-4D97-AF65-F5344CB8AC3E}">
        <p14:creationId xmlns:p14="http://schemas.microsoft.com/office/powerpoint/2010/main" val="1960435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Image Layout">
    <p:spTree>
      <p:nvGrpSpPr>
        <p:cNvPr id="1" name=""/>
        <p:cNvGrpSpPr/>
        <p:nvPr/>
      </p:nvGrpSpPr>
      <p:grpSpPr>
        <a:xfrm>
          <a:off x="0" y="0"/>
          <a:ext cx="0" cy="0"/>
          <a:chOff x="0" y="0"/>
          <a:chExt cx="0" cy="0"/>
        </a:xfrm>
      </p:grpSpPr>
      <p:sp>
        <p:nvSpPr>
          <p:cNvPr id="50" name="Picture Placeholder 20">
            <a:extLst>
              <a:ext uri="{FF2B5EF4-FFF2-40B4-BE49-F238E27FC236}">
                <a16:creationId xmlns:a16="http://schemas.microsoft.com/office/drawing/2014/main" id="{6FE311F5-A9A3-4147-874B-14B212E901EC}"/>
              </a:ext>
            </a:extLst>
          </p:cNvPr>
          <p:cNvSpPr>
            <a:spLocks noGrp="1"/>
          </p:cNvSpPr>
          <p:nvPr>
            <p:ph type="pic" idx="11" hasCustomPrompt="1"/>
          </p:nvPr>
        </p:nvSpPr>
        <p:spPr>
          <a:xfrm>
            <a:off x="6587381" y="3577044"/>
            <a:ext cx="3100540" cy="3100540"/>
          </a:xfrm>
          <a:custGeom>
            <a:avLst/>
            <a:gdLst>
              <a:gd name="connsiteX0" fmla="*/ 1550270 w 3100540"/>
              <a:gd name="connsiteY0" fmla="*/ 0 h 3100540"/>
              <a:gd name="connsiteX1" fmla="*/ 1677815 w 3100540"/>
              <a:gd name="connsiteY1" fmla="*/ 52831 h 3100540"/>
              <a:gd name="connsiteX2" fmla="*/ 3047709 w 3100540"/>
              <a:gd name="connsiteY2" fmla="*/ 1422726 h 3100540"/>
              <a:gd name="connsiteX3" fmla="*/ 3047709 w 3100540"/>
              <a:gd name="connsiteY3" fmla="*/ 1677816 h 3100540"/>
              <a:gd name="connsiteX4" fmla="*/ 1677816 w 3100540"/>
              <a:gd name="connsiteY4" fmla="*/ 3047710 h 3100540"/>
              <a:gd name="connsiteX5" fmla="*/ 1422726 w 3100540"/>
              <a:gd name="connsiteY5" fmla="*/ 3047710 h 3100540"/>
              <a:gd name="connsiteX6" fmla="*/ 52831 w 3100540"/>
              <a:gd name="connsiteY6" fmla="*/ 1677815 h 3100540"/>
              <a:gd name="connsiteX7" fmla="*/ 52831 w 3100540"/>
              <a:gd name="connsiteY7" fmla="*/ 1422724 h 3100540"/>
              <a:gd name="connsiteX8" fmla="*/ 1422724 w 3100540"/>
              <a:gd name="connsiteY8" fmla="*/ 52831 h 3100540"/>
              <a:gd name="connsiteX9" fmla="*/ 1550270 w 3100540"/>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0" h="3100540">
                <a:moveTo>
                  <a:pt x="1550270" y="0"/>
                </a:moveTo>
                <a:cubicBezTo>
                  <a:pt x="1596432" y="0"/>
                  <a:pt x="1642594" y="17610"/>
                  <a:pt x="1677815" y="52831"/>
                </a:cubicBezTo>
                <a:lnTo>
                  <a:pt x="3047709" y="1422726"/>
                </a:lnTo>
                <a:cubicBezTo>
                  <a:pt x="3118151" y="1493167"/>
                  <a:pt x="3118151" y="1607375"/>
                  <a:pt x="3047709" y="1677816"/>
                </a:cubicBezTo>
                <a:lnTo>
                  <a:pt x="1677816" y="3047710"/>
                </a:lnTo>
                <a:cubicBezTo>
                  <a:pt x="1607375" y="3118151"/>
                  <a:pt x="1493167" y="3118151"/>
                  <a:pt x="1422726" y="3047710"/>
                </a:cubicBezTo>
                <a:lnTo>
                  <a:pt x="52831" y="1677815"/>
                </a:lnTo>
                <a:cubicBezTo>
                  <a:pt x="-17610" y="1607373"/>
                  <a:pt x="-17610" y="1493166"/>
                  <a:pt x="52831" y="1422724"/>
                </a:cubicBezTo>
                <a:lnTo>
                  <a:pt x="1422724" y="52831"/>
                </a:lnTo>
                <a:cubicBezTo>
                  <a:pt x="1457945" y="17610"/>
                  <a:pt x="1504107" y="0"/>
                  <a:pt x="1550270"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1" name="Picture Placeholder 18">
            <a:extLst>
              <a:ext uri="{FF2B5EF4-FFF2-40B4-BE49-F238E27FC236}">
                <a16:creationId xmlns:a16="http://schemas.microsoft.com/office/drawing/2014/main" id="{11224CB0-F9E0-437C-86B4-895C27988953}"/>
              </a:ext>
            </a:extLst>
          </p:cNvPr>
          <p:cNvSpPr>
            <a:spLocks noGrp="1"/>
          </p:cNvSpPr>
          <p:nvPr>
            <p:ph type="pic" idx="12" hasCustomPrompt="1"/>
          </p:nvPr>
        </p:nvSpPr>
        <p:spPr>
          <a:xfrm>
            <a:off x="6587381" y="204021"/>
            <a:ext cx="3100540" cy="3100540"/>
          </a:xfrm>
          <a:custGeom>
            <a:avLst/>
            <a:gdLst>
              <a:gd name="connsiteX0" fmla="*/ 1550269 w 3100540"/>
              <a:gd name="connsiteY0" fmla="*/ 0 h 3100540"/>
              <a:gd name="connsiteX1" fmla="*/ 1677815 w 3100540"/>
              <a:gd name="connsiteY1" fmla="*/ 52831 h 3100540"/>
              <a:gd name="connsiteX2" fmla="*/ 3047709 w 3100540"/>
              <a:gd name="connsiteY2" fmla="*/ 1422726 h 3100540"/>
              <a:gd name="connsiteX3" fmla="*/ 3047709 w 3100540"/>
              <a:gd name="connsiteY3" fmla="*/ 1677816 h 3100540"/>
              <a:gd name="connsiteX4" fmla="*/ 1677816 w 3100540"/>
              <a:gd name="connsiteY4" fmla="*/ 3047709 h 3100540"/>
              <a:gd name="connsiteX5" fmla="*/ 1422726 w 3100540"/>
              <a:gd name="connsiteY5" fmla="*/ 3047709 h 3100540"/>
              <a:gd name="connsiteX6" fmla="*/ 52831 w 3100540"/>
              <a:gd name="connsiteY6" fmla="*/ 1677814 h 3100540"/>
              <a:gd name="connsiteX7" fmla="*/ 52831 w 3100540"/>
              <a:gd name="connsiteY7" fmla="*/ 1422724 h 3100540"/>
              <a:gd name="connsiteX8" fmla="*/ 1422724 w 3100540"/>
              <a:gd name="connsiteY8" fmla="*/ 52831 h 3100540"/>
              <a:gd name="connsiteX9" fmla="*/ 1550269 w 3100540"/>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0" h="3100540">
                <a:moveTo>
                  <a:pt x="1550269" y="0"/>
                </a:moveTo>
                <a:cubicBezTo>
                  <a:pt x="1596432" y="0"/>
                  <a:pt x="1642594" y="17610"/>
                  <a:pt x="1677815" y="52831"/>
                </a:cubicBezTo>
                <a:lnTo>
                  <a:pt x="3047709" y="1422726"/>
                </a:lnTo>
                <a:cubicBezTo>
                  <a:pt x="3118151" y="1493167"/>
                  <a:pt x="3118151" y="1607375"/>
                  <a:pt x="3047709" y="1677816"/>
                </a:cubicBezTo>
                <a:lnTo>
                  <a:pt x="1677816" y="3047709"/>
                </a:lnTo>
                <a:cubicBezTo>
                  <a:pt x="1607375" y="3118151"/>
                  <a:pt x="1493167" y="3118151"/>
                  <a:pt x="1422726" y="3047709"/>
                </a:cubicBezTo>
                <a:lnTo>
                  <a:pt x="52831" y="1677814"/>
                </a:lnTo>
                <a:cubicBezTo>
                  <a:pt x="-17610" y="1607373"/>
                  <a:pt x="-17610" y="1493166"/>
                  <a:pt x="52831" y="1422724"/>
                </a:cubicBezTo>
                <a:lnTo>
                  <a:pt x="1422724" y="52831"/>
                </a:lnTo>
                <a:cubicBezTo>
                  <a:pt x="1457945" y="17610"/>
                  <a:pt x="1504107" y="0"/>
                  <a:pt x="1550269"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2" name="Picture Placeholder 19">
            <a:extLst>
              <a:ext uri="{FF2B5EF4-FFF2-40B4-BE49-F238E27FC236}">
                <a16:creationId xmlns:a16="http://schemas.microsoft.com/office/drawing/2014/main" id="{90C4F28F-E0C5-4C6F-9778-5071266AA6DB}"/>
              </a:ext>
            </a:extLst>
          </p:cNvPr>
          <p:cNvSpPr>
            <a:spLocks noGrp="1"/>
          </p:cNvSpPr>
          <p:nvPr>
            <p:ph type="pic" idx="13" hasCustomPrompt="1"/>
          </p:nvPr>
        </p:nvSpPr>
        <p:spPr>
          <a:xfrm>
            <a:off x="8420748" y="1890533"/>
            <a:ext cx="3100541" cy="3100540"/>
          </a:xfrm>
          <a:custGeom>
            <a:avLst/>
            <a:gdLst>
              <a:gd name="connsiteX0" fmla="*/ 1550270 w 3100541"/>
              <a:gd name="connsiteY0" fmla="*/ 0 h 3100540"/>
              <a:gd name="connsiteX1" fmla="*/ 1677815 w 3100541"/>
              <a:gd name="connsiteY1" fmla="*/ 52831 h 3100540"/>
              <a:gd name="connsiteX2" fmla="*/ 3047710 w 3100541"/>
              <a:gd name="connsiteY2" fmla="*/ 1422726 h 3100540"/>
              <a:gd name="connsiteX3" fmla="*/ 3047710 w 3100541"/>
              <a:gd name="connsiteY3" fmla="*/ 1677816 h 3100540"/>
              <a:gd name="connsiteX4" fmla="*/ 1677817 w 3100541"/>
              <a:gd name="connsiteY4" fmla="*/ 3047710 h 3100540"/>
              <a:gd name="connsiteX5" fmla="*/ 1422727 w 3100541"/>
              <a:gd name="connsiteY5" fmla="*/ 3047710 h 3100540"/>
              <a:gd name="connsiteX6" fmla="*/ 52832 w 3100541"/>
              <a:gd name="connsiteY6" fmla="*/ 1677815 h 3100540"/>
              <a:gd name="connsiteX7" fmla="*/ 52832 w 3100541"/>
              <a:gd name="connsiteY7" fmla="*/ 1422724 h 3100540"/>
              <a:gd name="connsiteX8" fmla="*/ 1422725 w 3100541"/>
              <a:gd name="connsiteY8" fmla="*/ 52831 h 3100540"/>
              <a:gd name="connsiteX9" fmla="*/ 1550270 w 3100541"/>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1" h="3100540">
                <a:moveTo>
                  <a:pt x="1550270" y="0"/>
                </a:moveTo>
                <a:cubicBezTo>
                  <a:pt x="1596432" y="0"/>
                  <a:pt x="1642594" y="17610"/>
                  <a:pt x="1677815" y="52831"/>
                </a:cubicBezTo>
                <a:lnTo>
                  <a:pt x="3047710" y="1422726"/>
                </a:lnTo>
                <a:cubicBezTo>
                  <a:pt x="3118152" y="1493167"/>
                  <a:pt x="3118152" y="1607375"/>
                  <a:pt x="3047710" y="1677816"/>
                </a:cubicBezTo>
                <a:lnTo>
                  <a:pt x="1677817" y="3047710"/>
                </a:lnTo>
                <a:cubicBezTo>
                  <a:pt x="1607376" y="3118151"/>
                  <a:pt x="1493168" y="3118151"/>
                  <a:pt x="1422727" y="3047710"/>
                </a:cubicBezTo>
                <a:lnTo>
                  <a:pt x="52832" y="1677815"/>
                </a:lnTo>
                <a:cubicBezTo>
                  <a:pt x="-17610" y="1607373"/>
                  <a:pt x="-17610" y="1493166"/>
                  <a:pt x="52832" y="1422724"/>
                </a:cubicBezTo>
                <a:lnTo>
                  <a:pt x="1422725" y="52831"/>
                </a:lnTo>
                <a:cubicBezTo>
                  <a:pt x="1457946" y="17610"/>
                  <a:pt x="1504108" y="0"/>
                  <a:pt x="1550270"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295674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Image Layout">
    <p:spTree>
      <p:nvGrpSpPr>
        <p:cNvPr id="1" name=""/>
        <p:cNvGrpSpPr/>
        <p:nvPr/>
      </p:nvGrpSpPr>
      <p:grpSpPr>
        <a:xfrm>
          <a:off x="0" y="0"/>
          <a:ext cx="0" cy="0"/>
          <a:chOff x="0" y="0"/>
          <a:chExt cx="0" cy="0"/>
        </a:xfrm>
      </p:grpSpPr>
      <p:sp>
        <p:nvSpPr>
          <p:cNvPr id="51" name="Picture Placeholder 18">
            <a:extLst>
              <a:ext uri="{FF2B5EF4-FFF2-40B4-BE49-F238E27FC236}">
                <a16:creationId xmlns:a16="http://schemas.microsoft.com/office/drawing/2014/main" id="{11224CB0-F9E0-437C-86B4-895C27988953}"/>
              </a:ext>
            </a:extLst>
          </p:cNvPr>
          <p:cNvSpPr>
            <a:spLocks noGrp="1"/>
          </p:cNvSpPr>
          <p:nvPr>
            <p:ph type="pic" idx="12" hasCustomPrompt="1"/>
          </p:nvPr>
        </p:nvSpPr>
        <p:spPr>
          <a:xfrm>
            <a:off x="6480636" y="1431517"/>
            <a:ext cx="3994966" cy="3994966"/>
          </a:xfrm>
          <a:custGeom>
            <a:avLst/>
            <a:gdLst>
              <a:gd name="connsiteX0" fmla="*/ 1550269 w 3100540"/>
              <a:gd name="connsiteY0" fmla="*/ 0 h 3100540"/>
              <a:gd name="connsiteX1" fmla="*/ 1677815 w 3100540"/>
              <a:gd name="connsiteY1" fmla="*/ 52831 h 3100540"/>
              <a:gd name="connsiteX2" fmla="*/ 3047709 w 3100540"/>
              <a:gd name="connsiteY2" fmla="*/ 1422726 h 3100540"/>
              <a:gd name="connsiteX3" fmla="*/ 3047709 w 3100540"/>
              <a:gd name="connsiteY3" fmla="*/ 1677816 h 3100540"/>
              <a:gd name="connsiteX4" fmla="*/ 1677816 w 3100540"/>
              <a:gd name="connsiteY4" fmla="*/ 3047709 h 3100540"/>
              <a:gd name="connsiteX5" fmla="*/ 1422726 w 3100540"/>
              <a:gd name="connsiteY5" fmla="*/ 3047709 h 3100540"/>
              <a:gd name="connsiteX6" fmla="*/ 52831 w 3100540"/>
              <a:gd name="connsiteY6" fmla="*/ 1677814 h 3100540"/>
              <a:gd name="connsiteX7" fmla="*/ 52831 w 3100540"/>
              <a:gd name="connsiteY7" fmla="*/ 1422724 h 3100540"/>
              <a:gd name="connsiteX8" fmla="*/ 1422724 w 3100540"/>
              <a:gd name="connsiteY8" fmla="*/ 52831 h 3100540"/>
              <a:gd name="connsiteX9" fmla="*/ 1550269 w 3100540"/>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0" h="3100540">
                <a:moveTo>
                  <a:pt x="1550269" y="0"/>
                </a:moveTo>
                <a:cubicBezTo>
                  <a:pt x="1596432" y="0"/>
                  <a:pt x="1642594" y="17610"/>
                  <a:pt x="1677815" y="52831"/>
                </a:cubicBezTo>
                <a:lnTo>
                  <a:pt x="3047709" y="1422726"/>
                </a:lnTo>
                <a:cubicBezTo>
                  <a:pt x="3118151" y="1493167"/>
                  <a:pt x="3118151" y="1607375"/>
                  <a:pt x="3047709" y="1677816"/>
                </a:cubicBezTo>
                <a:lnTo>
                  <a:pt x="1677816" y="3047709"/>
                </a:lnTo>
                <a:cubicBezTo>
                  <a:pt x="1607375" y="3118151"/>
                  <a:pt x="1493167" y="3118151"/>
                  <a:pt x="1422726" y="3047709"/>
                </a:cubicBezTo>
                <a:lnTo>
                  <a:pt x="52831" y="1677814"/>
                </a:lnTo>
                <a:cubicBezTo>
                  <a:pt x="-17610" y="1607373"/>
                  <a:pt x="-17610" y="1493166"/>
                  <a:pt x="52831" y="1422724"/>
                </a:cubicBezTo>
                <a:lnTo>
                  <a:pt x="1422724" y="52831"/>
                </a:lnTo>
                <a:cubicBezTo>
                  <a:pt x="1457945" y="17610"/>
                  <a:pt x="1504107" y="0"/>
                  <a:pt x="1550269"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6169770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Image Layout">
    <p:spTree>
      <p:nvGrpSpPr>
        <p:cNvPr id="1" name=""/>
        <p:cNvGrpSpPr/>
        <p:nvPr/>
      </p:nvGrpSpPr>
      <p:grpSpPr>
        <a:xfrm>
          <a:off x="0" y="0"/>
          <a:ext cx="0" cy="0"/>
          <a:chOff x="0" y="0"/>
          <a:chExt cx="0" cy="0"/>
        </a:xfrm>
      </p:grpSpPr>
      <p:sp>
        <p:nvSpPr>
          <p:cNvPr id="51" name="Picture Placeholder 18">
            <a:extLst>
              <a:ext uri="{FF2B5EF4-FFF2-40B4-BE49-F238E27FC236}">
                <a16:creationId xmlns:a16="http://schemas.microsoft.com/office/drawing/2014/main" id="{11224CB0-F9E0-437C-86B4-895C27988953}"/>
              </a:ext>
            </a:extLst>
          </p:cNvPr>
          <p:cNvSpPr>
            <a:spLocks noGrp="1"/>
          </p:cNvSpPr>
          <p:nvPr>
            <p:ph type="pic" idx="12" hasCustomPrompt="1"/>
          </p:nvPr>
        </p:nvSpPr>
        <p:spPr>
          <a:xfrm>
            <a:off x="0" y="0"/>
            <a:ext cx="12192000" cy="6858000"/>
          </a:xfrm>
          <a:prstGeom prst="rect">
            <a:avLst/>
          </a:pr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10085348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Brea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5351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596BF2C-D66B-4450-B4F9-3F982B8B7C12}"/>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8905" r="4037"/>
          <a:stretch/>
        </p:blipFill>
        <p:spPr>
          <a:xfrm>
            <a:off x="10697817" y="104624"/>
            <a:ext cx="1311966" cy="677758"/>
          </a:xfrm>
          <a:prstGeom prst="rect">
            <a:avLst/>
          </a:prstGeom>
        </p:spPr>
      </p:pic>
    </p:spTree>
    <p:extLst>
      <p:ext uri="{BB962C8B-B14F-4D97-AF65-F5344CB8AC3E}">
        <p14:creationId xmlns:p14="http://schemas.microsoft.com/office/powerpoint/2010/main" val="3731046580"/>
      </p:ext>
    </p:extLst>
  </p:cSld>
  <p:clrMap bg1="lt1" tx1="dk1" bg2="lt2" tx2="dk2" accent1="accent1" accent2="accent2" accent3="accent3" accent4="accent4" accent5="accent5" accent6="accent6" hlink="hlink" folHlink="folHlink"/>
  <p:sldLayoutIdLst>
    <p:sldLayoutId id="2147483655" r:id="rId1"/>
    <p:sldLayoutId id="2147483755" r:id="rId2"/>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BCE649-E0BE-4D3F-BA52-BBAD99401526}"/>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t="8905" r="4037"/>
          <a:stretch/>
        </p:blipFill>
        <p:spPr>
          <a:xfrm>
            <a:off x="10697817" y="104624"/>
            <a:ext cx="1311966" cy="677758"/>
          </a:xfrm>
          <a:prstGeom prst="rect">
            <a:avLst/>
          </a:prstGeom>
        </p:spPr>
      </p:pic>
    </p:spTree>
    <p:extLst>
      <p:ext uri="{BB962C8B-B14F-4D97-AF65-F5344CB8AC3E}">
        <p14:creationId xmlns:p14="http://schemas.microsoft.com/office/powerpoint/2010/main" val="2670174220"/>
      </p:ext>
    </p:extLst>
  </p:cSld>
  <p:clrMap bg1="lt1" tx1="dk1" bg2="lt2" tx2="dk2" accent1="accent1" accent2="accent2" accent3="accent3" accent4="accent4" accent5="accent5" accent6="accent6" hlink="hlink" folHlink="folHlink"/>
  <p:sldLayoutIdLst>
    <p:sldLayoutId id="2147483738" r:id="rId1"/>
    <p:sldLayoutId id="2147483743" r:id="rId2"/>
    <p:sldLayoutId id="2147483742" r:id="rId3"/>
    <p:sldLayoutId id="2147483736" r:id="rId4"/>
    <p:sldLayoutId id="2147483737" r:id="rId5"/>
    <p:sldLayoutId id="2147483740" r:id="rId6"/>
    <p:sldLayoutId id="2147483739" r:id="rId7"/>
    <p:sldLayoutId id="2147483744" r:id="rId8"/>
    <p:sldLayoutId id="2147483745" r:id="rId9"/>
    <p:sldLayoutId id="2147483748" r:id="rId10"/>
    <p:sldLayoutId id="2147483749" r:id="rId11"/>
    <p:sldLayoutId id="2147483750" r:id="rId12"/>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5CC6EF3-E96F-4A18-8070-51D06527EEEE}"/>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8905" r="4037"/>
          <a:stretch/>
        </p:blipFill>
        <p:spPr>
          <a:xfrm>
            <a:off x="10737005" y="117687"/>
            <a:ext cx="1311966" cy="677758"/>
          </a:xfrm>
          <a:prstGeom prst="rect">
            <a:avLst/>
          </a:prstGeom>
        </p:spPr>
      </p:pic>
    </p:spTree>
    <p:extLst>
      <p:ext uri="{BB962C8B-B14F-4D97-AF65-F5344CB8AC3E}">
        <p14:creationId xmlns:p14="http://schemas.microsoft.com/office/powerpoint/2010/main" val="2375178107"/>
      </p:ext>
    </p:extLst>
  </p:cSld>
  <p:clrMap bg1="lt1" tx1="dk1" bg2="lt2" tx2="dk2" accent1="accent1" accent2="accent2" accent3="accent3" accent4="accent4" accent5="accent5" accent6="accent6" hlink="hlink" folHlink="folHlink"/>
  <p:sldLayoutIdLst>
    <p:sldLayoutId id="2147483741" r:id="rId1"/>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kaggle.com/rchitic17/real-or-fak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E3783D5-F9DC-46B8-8400-1E6983BCBC14}"/>
              </a:ext>
            </a:extLst>
          </p:cNvPr>
          <p:cNvSpPr txBox="1"/>
          <p:nvPr/>
        </p:nvSpPr>
        <p:spPr>
          <a:xfrm>
            <a:off x="957533" y="353683"/>
            <a:ext cx="970184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t>PROJECT – 1</a:t>
            </a:r>
          </a:p>
          <a:p>
            <a:pPr algn="ctr"/>
            <a:r>
              <a:rPr lang="en-US" b="1" dirty="0">
                <a:cs typeface="Arial"/>
              </a:rPr>
              <a:t>Fake News Detection </a:t>
            </a:r>
          </a:p>
        </p:txBody>
      </p:sp>
      <p:sp>
        <p:nvSpPr>
          <p:cNvPr id="5" name="TextBox 4">
            <a:extLst>
              <a:ext uri="{FF2B5EF4-FFF2-40B4-BE49-F238E27FC236}">
                <a16:creationId xmlns:a16="http://schemas.microsoft.com/office/drawing/2014/main" id="{9A9F7EB7-6547-4FA1-BD54-C415D1C34C44}"/>
              </a:ext>
            </a:extLst>
          </p:cNvPr>
          <p:cNvSpPr txBox="1"/>
          <p:nvPr/>
        </p:nvSpPr>
        <p:spPr>
          <a:xfrm>
            <a:off x="256068" y="1209287"/>
            <a:ext cx="11104769" cy="4431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b="1" dirty="0">
              <a:ea typeface="+mn-lt"/>
              <a:cs typeface="+mn-lt"/>
            </a:endParaRPr>
          </a:p>
          <a:p>
            <a:r>
              <a:rPr lang="en-IN" b="1" dirty="0"/>
              <a:t>Background</a:t>
            </a:r>
            <a:r>
              <a:rPr lang="en-IN" dirty="0"/>
              <a:t>: It’s the fact that all the news that we hear from the social media or web are not real. Manual identification or differentiating the news in to real and fake is extremely difficult.</a:t>
            </a:r>
          </a:p>
          <a:p>
            <a:endParaRPr lang="en-IN" dirty="0"/>
          </a:p>
          <a:p>
            <a:r>
              <a:rPr lang="en-IN" b="1" dirty="0"/>
              <a:t>Problem statement:</a:t>
            </a:r>
            <a:r>
              <a:rPr lang="en-IN" dirty="0"/>
              <a:t> To build a model to accurately classify a piece of news as REAL or FAKE.</a:t>
            </a:r>
          </a:p>
          <a:p>
            <a:endParaRPr lang="en-IN" dirty="0"/>
          </a:p>
          <a:p>
            <a:r>
              <a:rPr lang="en-IN" dirty="0"/>
              <a:t>You may use the below approaches to complete this project</a:t>
            </a:r>
          </a:p>
          <a:p>
            <a:pPr marL="285750" lvl="0" indent="-285750">
              <a:buFont typeface="Arial" panose="020B0604020202020204" pitchFamily="34" charset="0"/>
              <a:buChar char="•"/>
            </a:pPr>
            <a:r>
              <a:rPr lang="en-IN" dirty="0"/>
              <a:t>Using sklearn, build a </a:t>
            </a:r>
            <a:r>
              <a:rPr lang="en-IN" dirty="0" err="1"/>
              <a:t>TfidfVectorizer</a:t>
            </a:r>
            <a:r>
              <a:rPr lang="en-IN" dirty="0"/>
              <a:t> on dataset</a:t>
            </a:r>
          </a:p>
          <a:p>
            <a:pPr marL="285750" lvl="0" indent="-285750">
              <a:buFont typeface="Arial" panose="020B0604020202020204" pitchFamily="34" charset="0"/>
              <a:buChar char="•"/>
            </a:pPr>
            <a:r>
              <a:rPr lang="en-IN" dirty="0"/>
              <a:t>Then initialize a </a:t>
            </a:r>
            <a:r>
              <a:rPr lang="en-IN" dirty="0" err="1"/>
              <a:t>PassiveAggressive</a:t>
            </a:r>
            <a:r>
              <a:rPr lang="en-IN" dirty="0"/>
              <a:t> Classifier and fit the model.</a:t>
            </a:r>
          </a:p>
          <a:p>
            <a:pPr marL="285750" indent="-285750">
              <a:buFont typeface="Arial" panose="020B0604020202020204" pitchFamily="34" charset="0"/>
              <a:buChar char="•"/>
            </a:pPr>
            <a:r>
              <a:rPr lang="en-IN" dirty="0"/>
              <a:t>Perform model evaluation using  accuracy score and the confusion matrix </a:t>
            </a:r>
          </a:p>
          <a:p>
            <a:pPr marL="285750" indent="-285750">
              <a:buFont typeface="Arial" panose="020B0604020202020204" pitchFamily="34" charset="0"/>
              <a:buChar char="•"/>
            </a:pPr>
            <a:endParaRPr lang="en-IN" sz="2000" b="1" dirty="0">
              <a:ea typeface="Arial Unicode MS"/>
              <a:cs typeface="+mn-lt"/>
            </a:endParaRPr>
          </a:p>
          <a:p>
            <a:pPr marL="285750" indent="-285750">
              <a:buFont typeface="Arial" panose="020B0604020202020204" pitchFamily="34" charset="0"/>
              <a:buChar char="•"/>
            </a:pPr>
            <a:endParaRPr lang="en-IN" sz="2000" b="1" dirty="0">
              <a:ea typeface="Arial Unicode MS"/>
              <a:cs typeface="+mn-lt"/>
            </a:endParaRPr>
          </a:p>
          <a:p>
            <a:r>
              <a:rPr lang="en-IN" sz="2000" b="1" dirty="0">
                <a:ea typeface="Arial Unicode MS"/>
                <a:cs typeface="+mn-lt"/>
              </a:rPr>
              <a:t>Dataset link: </a:t>
            </a:r>
            <a:r>
              <a:rPr lang="en-IN" sz="2000" dirty="0">
                <a:ea typeface="+mn-lt"/>
                <a:cs typeface="+mn-lt"/>
              </a:rPr>
              <a:t>fake_or_real_news.csv</a:t>
            </a:r>
          </a:p>
          <a:p>
            <a:r>
              <a:rPr lang="en-IN" sz="2000" dirty="0">
                <a:ea typeface="+mn-lt"/>
                <a:cs typeface="+mn-lt"/>
              </a:rPr>
              <a:t>Link: Link : </a:t>
            </a:r>
            <a:r>
              <a:rPr lang="en-IN" sz="2000" dirty="0">
                <a:ea typeface="+mn-lt"/>
                <a:cs typeface="+mn-lt"/>
                <a:hlinkClick r:id="rId2"/>
              </a:rPr>
              <a:t>https://www.kaggle.com/rchitic17/real-or-fake</a:t>
            </a:r>
            <a:r>
              <a:rPr lang="en-IN" sz="2000" dirty="0">
                <a:ea typeface="+mn-lt"/>
                <a:cs typeface="+mn-lt"/>
              </a:rPr>
              <a:t> </a:t>
            </a:r>
          </a:p>
          <a:p>
            <a:endParaRPr lang="en-IN" sz="2000" dirty="0">
              <a:ea typeface="+mn-lt"/>
              <a:cs typeface="+mn-lt"/>
            </a:endParaRPr>
          </a:p>
        </p:txBody>
      </p:sp>
    </p:spTree>
    <p:extLst>
      <p:ext uri="{BB962C8B-B14F-4D97-AF65-F5344CB8AC3E}">
        <p14:creationId xmlns:p14="http://schemas.microsoft.com/office/powerpoint/2010/main" val="680230685"/>
      </p:ext>
    </p:extLst>
  </p:cSld>
  <p:clrMapOvr>
    <a:masterClrMapping/>
  </p:clrMapOvr>
</p:sld>
</file>

<file path=ppt/theme/theme1.xml><?xml version="1.0" encoding="utf-8"?>
<a:theme xmlns:a="http://schemas.openxmlformats.org/drawingml/2006/main" name="Cover and End Slide Master">
  <a:themeElements>
    <a:clrScheme name="travel">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65874"/>
      </a:accent4>
      <a:accent5>
        <a:srgbClr val="00BDFB"/>
      </a:accent5>
      <a:accent6>
        <a:srgbClr val="1ED0A6"/>
      </a:accent6>
      <a:hlink>
        <a:srgbClr val="262626"/>
      </a:hlink>
      <a:folHlink>
        <a:srgbClr val="262626"/>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travel">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65874"/>
      </a:accent4>
      <a:accent5>
        <a:srgbClr val="00BDFB"/>
      </a:accent5>
      <a:accent6>
        <a:srgbClr val="1ED0A6"/>
      </a:accent6>
      <a:hlink>
        <a:srgbClr val="262626"/>
      </a:hlink>
      <a:folHlink>
        <a:srgbClr val="262626"/>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travel">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65874"/>
      </a:accent4>
      <a:accent5>
        <a:srgbClr val="00BDFB"/>
      </a:accent5>
      <a:accent6>
        <a:srgbClr val="1ED0A6"/>
      </a:accent6>
      <a:hlink>
        <a:srgbClr val="262626"/>
      </a:hlink>
      <a:folHlink>
        <a:srgbClr val="262626"/>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5596</TotalTime>
  <Words>119</Words>
  <Application>Microsoft Office PowerPoint</Application>
  <PresentationFormat>Widescreen</PresentationFormat>
  <Paragraphs>15</Paragraphs>
  <Slides>1</Slides>
  <Notes>0</Notes>
  <HiddenSlides>0</HiddenSlides>
  <MMClips>0</MMClips>
  <ScaleCrop>false</ScaleCrop>
  <HeadingPairs>
    <vt:vector size="4" baseType="variant">
      <vt:variant>
        <vt:lpstr>Theme</vt:lpstr>
      </vt:variant>
      <vt:variant>
        <vt:i4>3</vt:i4>
      </vt:variant>
      <vt:variant>
        <vt:lpstr>Slide Titles</vt:lpstr>
      </vt:variant>
      <vt:variant>
        <vt:i4>1</vt:i4>
      </vt:variant>
    </vt:vector>
  </HeadingPairs>
  <TitlesOfParts>
    <vt:vector size="4" baseType="lpstr">
      <vt:lpstr>Cover and End Slide Master</vt:lpstr>
      <vt:lpstr>Contents Slide Master</vt:lpstr>
      <vt:lpstr>Section Break Slide Master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Allppt.com;Googleslidesppt.com</dc:creator>
  <cp:lastModifiedBy>Jayesh P</cp:lastModifiedBy>
  <cp:revision>704</cp:revision>
  <dcterms:created xsi:type="dcterms:W3CDTF">2018-04-24T17:14:44Z</dcterms:created>
  <dcterms:modified xsi:type="dcterms:W3CDTF">2020-11-26T06:29:25Z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-1588957171</vt:i4>
  </property>
  <property fmtid="{D5CDD505-2E9C-101B-9397-08002B2CF9AE}" pid="3" name="_NewReviewCycle">
    <vt:lpwstr/>
  </property>
  <property fmtid="{D5CDD505-2E9C-101B-9397-08002B2CF9AE}" pid="4" name="_EmailSubject">
    <vt:lpwstr>Analytics capability doc for CT</vt:lpwstr>
  </property>
  <property fmtid="{D5CDD505-2E9C-101B-9397-08002B2CF9AE}" pid="5" name="_AuthorEmail">
    <vt:lpwstr>Krupa.Krishnan@timesgroup.com</vt:lpwstr>
  </property>
  <property fmtid="{D5CDD505-2E9C-101B-9397-08002B2CF9AE}" pid="6" name="_AuthorEmailDisplayName">
    <vt:lpwstr>Krupa Krishnan</vt:lpwstr>
  </property>
</Properties>
</file>